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1.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2.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4"/>
  </p:notesMasterIdLst>
  <p:sldIdLst>
    <p:sldId id="256" r:id="rId2"/>
    <p:sldId id="268" r:id="rId3"/>
    <p:sldId id="260" r:id="rId4"/>
    <p:sldId id="262" r:id="rId5"/>
    <p:sldId id="263" r:id="rId6"/>
    <p:sldId id="261" r:id="rId7"/>
    <p:sldId id="264" r:id="rId8"/>
    <p:sldId id="259" r:id="rId9"/>
    <p:sldId id="267" r:id="rId10"/>
    <p:sldId id="269" r:id="rId11"/>
    <p:sldId id="270" r:id="rId12"/>
    <p:sldId id="271"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87052" autoAdjust="0"/>
  </p:normalViewPr>
  <p:slideViewPr>
    <p:cSldViewPr snapToGrid="0">
      <p:cViewPr varScale="1">
        <p:scale>
          <a:sx n="72" d="100"/>
          <a:sy n="72" d="100"/>
        </p:scale>
        <p:origin x="1104"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colorful4#1">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4#2">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4#3">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4#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3#1">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0D9275F-8C34-49D7-8452-0F23E6BF711A}" type="doc">
      <dgm:prSet loTypeId="urn:microsoft.com/office/officeart/2005/8/layout/venn1" loCatId="relationship" qsTypeId="urn:microsoft.com/office/officeart/2005/8/quickstyle/simple1#1" qsCatId="simple" csTypeId="urn:microsoft.com/office/officeart/2005/8/colors/colorful4#1" csCatId="colorful" phldr="1"/>
      <dgm:spPr/>
      <dgm:t>
        <a:bodyPr/>
        <a:lstStyle/>
        <a:p>
          <a:endParaRPr lang="en-US"/>
        </a:p>
      </dgm:t>
    </dgm:pt>
    <dgm:pt modelId="{F88B24EB-D41A-4F05-8E6D-B7E3C9771621}">
      <dgm:prSet custT="1"/>
      <dgm:spPr/>
      <dgm:t>
        <a:bodyPr/>
        <a:lstStyle/>
        <a:p>
          <a:r>
            <a:rPr lang="en-US" sz="1400" b="1" dirty="0"/>
            <a:t>Assessment Dates</a:t>
          </a:r>
        </a:p>
        <a:p>
          <a:r>
            <a:rPr lang="en-US" sz="1100" dirty="0"/>
            <a:t>Check Assessment Dates</a:t>
          </a:r>
        </a:p>
        <a:p>
          <a:r>
            <a:rPr lang="en-US" sz="1100" dirty="0"/>
            <a:t>19, 24, 34, 49, 54, 69</a:t>
          </a:r>
        </a:p>
      </dgm:t>
    </dgm:pt>
    <dgm:pt modelId="{258B8EDA-A75D-4890-BBB6-4B03CA016234}" type="parTrans" cxnId="{170B5058-D388-4F20-A135-54AF8148FE07}">
      <dgm:prSet/>
      <dgm:spPr/>
      <dgm:t>
        <a:bodyPr/>
        <a:lstStyle/>
        <a:p>
          <a:endParaRPr lang="en-US"/>
        </a:p>
      </dgm:t>
    </dgm:pt>
    <dgm:pt modelId="{1BEC78DC-8674-4C04-B2B8-C5CB6D297F5E}" type="sibTrans" cxnId="{170B5058-D388-4F20-A135-54AF8148FE07}">
      <dgm:prSet/>
      <dgm:spPr/>
      <dgm:t>
        <a:bodyPr/>
        <a:lstStyle/>
        <a:p>
          <a:endParaRPr lang="en-US"/>
        </a:p>
      </dgm:t>
    </dgm:pt>
    <dgm:pt modelId="{9AF5364F-170A-4CA8-A151-0FA682E47B43}">
      <dgm:prSet custT="1"/>
      <dgm:spPr/>
      <dgm:t>
        <a:bodyPr/>
        <a:lstStyle/>
        <a:p>
          <a:r>
            <a:rPr lang="en-US" sz="1400" b="1" dirty="0"/>
            <a:t>Student Credit</a:t>
          </a:r>
        </a:p>
        <a:p>
          <a:r>
            <a:rPr lang="en-US" sz="1100" dirty="0"/>
            <a:t>Highlight Assessments with Highest Credits</a:t>
          </a:r>
        </a:p>
      </dgm:t>
    </dgm:pt>
    <dgm:pt modelId="{D12DF2A5-505D-4A5A-BA8D-8BC4FDBB385B}" type="parTrans" cxnId="{05206BE8-C6AA-4F90-8662-E2B12AC23DC3}">
      <dgm:prSet/>
      <dgm:spPr/>
      <dgm:t>
        <a:bodyPr/>
        <a:lstStyle/>
        <a:p>
          <a:endParaRPr lang="en-US"/>
        </a:p>
      </dgm:t>
    </dgm:pt>
    <dgm:pt modelId="{B5EF59D8-6F83-4E6F-88FF-8D3B9FD0EF0D}" type="sibTrans" cxnId="{05206BE8-C6AA-4F90-8662-E2B12AC23DC3}">
      <dgm:prSet/>
      <dgm:spPr/>
      <dgm:t>
        <a:bodyPr/>
        <a:lstStyle/>
        <a:p>
          <a:endParaRPr lang="en-US"/>
        </a:p>
      </dgm:t>
    </dgm:pt>
    <dgm:pt modelId="{29E717A3-41A8-4A6C-86D2-56A939CBF2D4}">
      <dgm:prSet custT="1"/>
      <dgm:spPr/>
      <dgm:t>
        <a:bodyPr/>
        <a:lstStyle/>
        <a:p>
          <a:r>
            <a:rPr lang="en-US" sz="1400" b="1" dirty="0"/>
            <a:t>Student Score</a:t>
          </a:r>
        </a:p>
        <a:p>
          <a:r>
            <a:rPr lang="en-US" sz="1100" dirty="0"/>
            <a:t>Check Students with Scores Lower than 72</a:t>
          </a:r>
        </a:p>
      </dgm:t>
    </dgm:pt>
    <dgm:pt modelId="{FD095669-ACCD-46CF-A9EE-251F3EFBD83D}" type="parTrans" cxnId="{98E817F8-B374-4C98-A964-92D8C890790D}">
      <dgm:prSet/>
      <dgm:spPr/>
      <dgm:t>
        <a:bodyPr/>
        <a:lstStyle/>
        <a:p>
          <a:endParaRPr lang="en-US"/>
        </a:p>
      </dgm:t>
    </dgm:pt>
    <dgm:pt modelId="{6081D6FF-8A7D-420B-BBCA-AE7E9C685ED0}" type="sibTrans" cxnId="{98E817F8-B374-4C98-A964-92D8C890790D}">
      <dgm:prSet/>
      <dgm:spPr/>
      <dgm:t>
        <a:bodyPr/>
        <a:lstStyle/>
        <a:p>
          <a:endParaRPr lang="en-US"/>
        </a:p>
      </dgm:t>
    </dgm:pt>
    <dgm:pt modelId="{ED51377D-B309-49DE-8B94-B91F47EDB10E}" type="pres">
      <dgm:prSet presAssocID="{E0D9275F-8C34-49D7-8452-0F23E6BF711A}" presName="compositeShape" presStyleCnt="0">
        <dgm:presLayoutVars>
          <dgm:chMax val="7"/>
          <dgm:dir/>
          <dgm:resizeHandles val="exact"/>
        </dgm:presLayoutVars>
      </dgm:prSet>
      <dgm:spPr/>
    </dgm:pt>
    <dgm:pt modelId="{6AC1E122-3F86-4318-BAB0-644B135A87A0}" type="pres">
      <dgm:prSet presAssocID="{F88B24EB-D41A-4F05-8E6D-B7E3C9771621}" presName="circ1" presStyleLbl="vennNode1" presStyleIdx="0" presStyleCnt="3"/>
      <dgm:spPr/>
    </dgm:pt>
    <dgm:pt modelId="{0118141B-86EB-4B2C-9186-E5C1B7BFB734}" type="pres">
      <dgm:prSet presAssocID="{F88B24EB-D41A-4F05-8E6D-B7E3C9771621}" presName="circ1Tx" presStyleLbl="revTx" presStyleIdx="0" presStyleCnt="0">
        <dgm:presLayoutVars>
          <dgm:chMax val="0"/>
          <dgm:chPref val="0"/>
          <dgm:bulletEnabled val="1"/>
        </dgm:presLayoutVars>
      </dgm:prSet>
      <dgm:spPr/>
    </dgm:pt>
    <dgm:pt modelId="{5356132F-3475-491A-8A72-15E1EE744BE8}" type="pres">
      <dgm:prSet presAssocID="{9AF5364F-170A-4CA8-A151-0FA682E47B43}" presName="circ2" presStyleLbl="vennNode1" presStyleIdx="1" presStyleCnt="3"/>
      <dgm:spPr/>
    </dgm:pt>
    <dgm:pt modelId="{37A75372-73FF-45DB-8C34-F5D63888FC7D}" type="pres">
      <dgm:prSet presAssocID="{9AF5364F-170A-4CA8-A151-0FA682E47B43}" presName="circ2Tx" presStyleLbl="revTx" presStyleIdx="0" presStyleCnt="0">
        <dgm:presLayoutVars>
          <dgm:chMax val="0"/>
          <dgm:chPref val="0"/>
          <dgm:bulletEnabled val="1"/>
        </dgm:presLayoutVars>
      </dgm:prSet>
      <dgm:spPr/>
    </dgm:pt>
    <dgm:pt modelId="{8D72A62E-60FB-4E7E-B46F-722727082F4D}" type="pres">
      <dgm:prSet presAssocID="{29E717A3-41A8-4A6C-86D2-56A939CBF2D4}" presName="circ3" presStyleLbl="vennNode1" presStyleIdx="2" presStyleCnt="3"/>
      <dgm:spPr/>
    </dgm:pt>
    <dgm:pt modelId="{4E6D2FBB-79BF-4DBA-A561-AB5DC60649C7}" type="pres">
      <dgm:prSet presAssocID="{29E717A3-41A8-4A6C-86D2-56A939CBF2D4}" presName="circ3Tx" presStyleLbl="revTx" presStyleIdx="0" presStyleCnt="0">
        <dgm:presLayoutVars>
          <dgm:chMax val="0"/>
          <dgm:chPref val="0"/>
          <dgm:bulletEnabled val="1"/>
        </dgm:presLayoutVars>
      </dgm:prSet>
      <dgm:spPr/>
    </dgm:pt>
  </dgm:ptLst>
  <dgm:cxnLst>
    <dgm:cxn modelId="{7906BF23-38FB-43B1-B6F4-84E2128215C2}" type="presOf" srcId="{F88B24EB-D41A-4F05-8E6D-B7E3C9771621}" destId="{0118141B-86EB-4B2C-9186-E5C1B7BFB734}" srcOrd="1" destOrd="0" presId="urn:microsoft.com/office/officeart/2005/8/layout/venn1"/>
    <dgm:cxn modelId="{6BEFE367-4E5C-4495-AB4F-A08EC9323682}" type="presOf" srcId="{9AF5364F-170A-4CA8-A151-0FA682E47B43}" destId="{37A75372-73FF-45DB-8C34-F5D63888FC7D}" srcOrd="1" destOrd="0" presId="urn:microsoft.com/office/officeart/2005/8/layout/venn1"/>
    <dgm:cxn modelId="{74B9F477-F942-427D-AE5A-7FB6595DBEB6}" type="presOf" srcId="{9AF5364F-170A-4CA8-A151-0FA682E47B43}" destId="{5356132F-3475-491A-8A72-15E1EE744BE8}" srcOrd="0" destOrd="0" presId="urn:microsoft.com/office/officeart/2005/8/layout/venn1"/>
    <dgm:cxn modelId="{170B5058-D388-4F20-A135-54AF8148FE07}" srcId="{E0D9275F-8C34-49D7-8452-0F23E6BF711A}" destId="{F88B24EB-D41A-4F05-8E6D-B7E3C9771621}" srcOrd="0" destOrd="0" parTransId="{258B8EDA-A75D-4890-BBB6-4B03CA016234}" sibTransId="{1BEC78DC-8674-4C04-B2B8-C5CB6D297F5E}"/>
    <dgm:cxn modelId="{C04EC096-32CF-4846-B2D5-E7B271D48BED}" type="presOf" srcId="{29E717A3-41A8-4A6C-86D2-56A939CBF2D4}" destId="{8D72A62E-60FB-4E7E-B46F-722727082F4D}" srcOrd="0" destOrd="0" presId="urn:microsoft.com/office/officeart/2005/8/layout/venn1"/>
    <dgm:cxn modelId="{F92ECDA4-C019-42ED-97F5-427DF90095B2}" type="presOf" srcId="{F88B24EB-D41A-4F05-8E6D-B7E3C9771621}" destId="{6AC1E122-3F86-4318-BAB0-644B135A87A0}" srcOrd="0" destOrd="0" presId="urn:microsoft.com/office/officeart/2005/8/layout/venn1"/>
    <dgm:cxn modelId="{9373E3B3-F0A4-47E0-96A4-123D363C7B45}" type="presOf" srcId="{29E717A3-41A8-4A6C-86D2-56A939CBF2D4}" destId="{4E6D2FBB-79BF-4DBA-A561-AB5DC60649C7}" srcOrd="1" destOrd="0" presId="urn:microsoft.com/office/officeart/2005/8/layout/venn1"/>
    <dgm:cxn modelId="{05206BE8-C6AA-4F90-8662-E2B12AC23DC3}" srcId="{E0D9275F-8C34-49D7-8452-0F23E6BF711A}" destId="{9AF5364F-170A-4CA8-A151-0FA682E47B43}" srcOrd="1" destOrd="0" parTransId="{D12DF2A5-505D-4A5A-BA8D-8BC4FDBB385B}" sibTransId="{B5EF59D8-6F83-4E6F-88FF-8D3B9FD0EF0D}"/>
    <dgm:cxn modelId="{1B5425ED-6AF9-4218-8682-F6EFBCBA0401}" type="presOf" srcId="{E0D9275F-8C34-49D7-8452-0F23E6BF711A}" destId="{ED51377D-B309-49DE-8B94-B91F47EDB10E}" srcOrd="0" destOrd="0" presId="urn:microsoft.com/office/officeart/2005/8/layout/venn1"/>
    <dgm:cxn modelId="{98E817F8-B374-4C98-A964-92D8C890790D}" srcId="{E0D9275F-8C34-49D7-8452-0F23E6BF711A}" destId="{29E717A3-41A8-4A6C-86D2-56A939CBF2D4}" srcOrd="2" destOrd="0" parTransId="{FD095669-ACCD-46CF-A9EE-251F3EFBD83D}" sibTransId="{6081D6FF-8A7D-420B-BBCA-AE7E9C685ED0}"/>
    <dgm:cxn modelId="{B3D19F47-C1CC-411F-963F-6EE910E4ABF8}" type="presParOf" srcId="{ED51377D-B309-49DE-8B94-B91F47EDB10E}" destId="{6AC1E122-3F86-4318-BAB0-644B135A87A0}" srcOrd="0" destOrd="0" presId="urn:microsoft.com/office/officeart/2005/8/layout/venn1"/>
    <dgm:cxn modelId="{3EE4758F-CEAE-479A-9DA6-44269E2D2968}" type="presParOf" srcId="{ED51377D-B309-49DE-8B94-B91F47EDB10E}" destId="{0118141B-86EB-4B2C-9186-E5C1B7BFB734}" srcOrd="1" destOrd="0" presId="urn:microsoft.com/office/officeart/2005/8/layout/venn1"/>
    <dgm:cxn modelId="{F1A7E78E-E14F-4A08-AE1B-4A725D1DD5D2}" type="presParOf" srcId="{ED51377D-B309-49DE-8B94-B91F47EDB10E}" destId="{5356132F-3475-491A-8A72-15E1EE744BE8}" srcOrd="2" destOrd="0" presId="urn:microsoft.com/office/officeart/2005/8/layout/venn1"/>
    <dgm:cxn modelId="{341B6155-6AA2-4003-9C29-A7852F811DDD}" type="presParOf" srcId="{ED51377D-B309-49DE-8B94-B91F47EDB10E}" destId="{37A75372-73FF-45DB-8C34-F5D63888FC7D}" srcOrd="3" destOrd="0" presId="urn:microsoft.com/office/officeart/2005/8/layout/venn1"/>
    <dgm:cxn modelId="{0A5C7AE1-3365-41D1-8924-02AD9B21E36D}" type="presParOf" srcId="{ED51377D-B309-49DE-8B94-B91F47EDB10E}" destId="{8D72A62E-60FB-4E7E-B46F-722727082F4D}" srcOrd="4" destOrd="0" presId="urn:microsoft.com/office/officeart/2005/8/layout/venn1"/>
    <dgm:cxn modelId="{6BDC1A72-B42C-4CC4-AA84-226F17F0E01F}" type="presParOf" srcId="{ED51377D-B309-49DE-8B94-B91F47EDB10E}" destId="{4E6D2FBB-79BF-4DBA-A561-AB5DC60649C7}" srcOrd="5" destOrd="0" presId="urn:microsoft.com/office/officeart/2005/8/layout/ven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34D4762-D9FA-4840-AC81-8C92F8EBF886}" type="doc">
      <dgm:prSet loTypeId="urn:microsoft.com/office/officeart/2005/8/layout/radial1" loCatId="cycle" qsTypeId="urn:microsoft.com/office/officeart/2005/8/quickstyle/simple1#2" qsCatId="simple" csTypeId="urn:microsoft.com/office/officeart/2005/8/colors/colorful4#2" csCatId="colorful"/>
      <dgm:spPr/>
      <dgm:t>
        <a:bodyPr/>
        <a:lstStyle/>
        <a:p>
          <a:endParaRPr lang="en-US"/>
        </a:p>
      </dgm:t>
    </dgm:pt>
    <dgm:pt modelId="{95174543-BDFB-42A3-8E4D-3885A35D651B}">
      <dgm:prSet/>
      <dgm:spPr/>
      <dgm:t>
        <a:bodyPr/>
        <a:lstStyle/>
        <a:p>
          <a:r>
            <a:rPr lang="en-US"/>
            <a:t>Support</a:t>
          </a:r>
        </a:p>
      </dgm:t>
    </dgm:pt>
    <dgm:pt modelId="{7E845E9F-54FC-4EDC-ADDD-B301B89E9359}" type="parTrans" cxnId="{BEDEB992-CBD2-4DA1-B087-2C5BB259449D}">
      <dgm:prSet/>
      <dgm:spPr/>
      <dgm:t>
        <a:bodyPr/>
        <a:lstStyle/>
        <a:p>
          <a:endParaRPr lang="en-US"/>
        </a:p>
      </dgm:t>
    </dgm:pt>
    <dgm:pt modelId="{6AD88A4C-6F66-45C6-8523-50D1BBC6AEFB}" type="sibTrans" cxnId="{BEDEB992-CBD2-4DA1-B087-2C5BB259449D}">
      <dgm:prSet/>
      <dgm:spPr/>
      <dgm:t>
        <a:bodyPr/>
        <a:lstStyle/>
        <a:p>
          <a:endParaRPr lang="en-US"/>
        </a:p>
      </dgm:t>
    </dgm:pt>
    <dgm:pt modelId="{18672349-4956-402E-B41C-25CAC7E51C07}">
      <dgm:prSet/>
      <dgm:spPr/>
      <dgm:t>
        <a:bodyPr/>
        <a:lstStyle/>
        <a:p>
          <a:r>
            <a:rPr lang="en-US"/>
            <a:t>IMD 10-20% Students, </a:t>
          </a:r>
        </a:p>
      </dgm:t>
    </dgm:pt>
    <dgm:pt modelId="{FA58750B-904C-4331-BB37-0484509ECD73}" type="parTrans" cxnId="{DB5D4A24-C671-4545-9732-92F246CEFBBE}">
      <dgm:prSet/>
      <dgm:spPr/>
      <dgm:t>
        <a:bodyPr/>
        <a:lstStyle/>
        <a:p>
          <a:endParaRPr lang="en-US"/>
        </a:p>
      </dgm:t>
    </dgm:pt>
    <dgm:pt modelId="{BD69C4C4-E139-46F2-928C-48C901CD82BC}" type="sibTrans" cxnId="{DB5D4A24-C671-4545-9732-92F246CEFBBE}">
      <dgm:prSet/>
      <dgm:spPr/>
      <dgm:t>
        <a:bodyPr/>
        <a:lstStyle/>
        <a:p>
          <a:endParaRPr lang="en-US"/>
        </a:p>
      </dgm:t>
    </dgm:pt>
    <dgm:pt modelId="{3CA44982-ACB9-43AD-B645-E228784E84BD}">
      <dgm:prSet/>
      <dgm:spPr/>
      <dgm:t>
        <a:bodyPr/>
        <a:lstStyle/>
        <a:p>
          <a:r>
            <a:rPr lang="en-US"/>
            <a:t>IMD 30-40% Students, </a:t>
          </a:r>
        </a:p>
      </dgm:t>
    </dgm:pt>
    <dgm:pt modelId="{1EDF0201-0A7E-43D9-BCBE-8944B2B2976C}" type="parTrans" cxnId="{0AE9C341-6900-4BBA-ABFC-56491F3865F8}">
      <dgm:prSet/>
      <dgm:spPr/>
      <dgm:t>
        <a:bodyPr/>
        <a:lstStyle/>
        <a:p>
          <a:endParaRPr lang="en-US"/>
        </a:p>
      </dgm:t>
    </dgm:pt>
    <dgm:pt modelId="{CC8906D8-40F4-4356-A123-D7ACF6260211}" type="sibTrans" cxnId="{0AE9C341-6900-4BBA-ABFC-56491F3865F8}">
      <dgm:prSet/>
      <dgm:spPr/>
      <dgm:t>
        <a:bodyPr/>
        <a:lstStyle/>
        <a:p>
          <a:endParaRPr lang="en-US"/>
        </a:p>
      </dgm:t>
    </dgm:pt>
    <dgm:pt modelId="{CA5D53BC-5C9B-4981-928A-130F3B8B604E}">
      <dgm:prSet/>
      <dgm:spPr/>
      <dgm:t>
        <a:bodyPr/>
        <a:lstStyle/>
        <a:p>
          <a:r>
            <a:rPr lang="en-US"/>
            <a:t>Students with Highest Education Lower than A Level</a:t>
          </a:r>
        </a:p>
      </dgm:t>
    </dgm:pt>
    <dgm:pt modelId="{27662CEF-C952-4E76-AEBE-DA3F6B2FDEF7}" type="parTrans" cxnId="{A4E3D1F3-F2F3-412C-B787-692E8D8F71F5}">
      <dgm:prSet/>
      <dgm:spPr/>
      <dgm:t>
        <a:bodyPr/>
        <a:lstStyle/>
        <a:p>
          <a:endParaRPr lang="en-US"/>
        </a:p>
      </dgm:t>
    </dgm:pt>
    <dgm:pt modelId="{6105D977-8208-421B-A74C-6B0082440CE2}" type="sibTrans" cxnId="{A4E3D1F3-F2F3-412C-B787-692E8D8F71F5}">
      <dgm:prSet/>
      <dgm:spPr/>
      <dgm:t>
        <a:bodyPr/>
        <a:lstStyle/>
        <a:p>
          <a:endParaRPr lang="en-US"/>
        </a:p>
      </dgm:t>
    </dgm:pt>
    <dgm:pt modelId="{68E37F5B-FC5F-475D-A5E3-2E8289F13319}">
      <dgm:prSet/>
      <dgm:spPr/>
      <dgm:t>
        <a:bodyPr/>
        <a:lstStyle/>
        <a:p>
          <a:r>
            <a:rPr lang="en-US"/>
            <a:t>Students with Highest Education HE Qualification</a:t>
          </a:r>
        </a:p>
      </dgm:t>
    </dgm:pt>
    <dgm:pt modelId="{273123C8-9E4D-4AE5-8DBD-389B28E554C7}" type="parTrans" cxnId="{8546F99E-ED9C-4ECE-8579-3AF63D4FC11A}">
      <dgm:prSet/>
      <dgm:spPr/>
      <dgm:t>
        <a:bodyPr/>
        <a:lstStyle/>
        <a:p>
          <a:endParaRPr lang="en-US"/>
        </a:p>
      </dgm:t>
    </dgm:pt>
    <dgm:pt modelId="{E2E2B56D-CC0B-4F4A-9E0D-6DB929DC2FAF}" type="sibTrans" cxnId="{8546F99E-ED9C-4ECE-8579-3AF63D4FC11A}">
      <dgm:prSet/>
      <dgm:spPr/>
      <dgm:t>
        <a:bodyPr/>
        <a:lstStyle/>
        <a:p>
          <a:endParaRPr lang="en-US"/>
        </a:p>
      </dgm:t>
    </dgm:pt>
    <dgm:pt modelId="{91BA4F07-89B8-425E-861D-CDF3BA96A8AC}">
      <dgm:prSet/>
      <dgm:spPr/>
      <dgm:t>
        <a:bodyPr/>
        <a:lstStyle/>
        <a:p>
          <a:r>
            <a:rPr lang="en-US"/>
            <a:t>Students from South West Region</a:t>
          </a:r>
        </a:p>
      </dgm:t>
    </dgm:pt>
    <dgm:pt modelId="{22612280-E750-40C9-B510-41371C890363}" type="parTrans" cxnId="{C49473C1-D600-42B9-ABB0-908B77EBC55B}">
      <dgm:prSet/>
      <dgm:spPr/>
      <dgm:t>
        <a:bodyPr/>
        <a:lstStyle/>
        <a:p>
          <a:endParaRPr lang="en-US"/>
        </a:p>
      </dgm:t>
    </dgm:pt>
    <dgm:pt modelId="{6C320685-9B62-464F-8453-DF02D8C60279}" type="sibTrans" cxnId="{C49473C1-D600-42B9-ABB0-908B77EBC55B}">
      <dgm:prSet/>
      <dgm:spPr/>
      <dgm:t>
        <a:bodyPr/>
        <a:lstStyle/>
        <a:p>
          <a:endParaRPr lang="en-US"/>
        </a:p>
      </dgm:t>
    </dgm:pt>
    <dgm:pt modelId="{78D53742-EBB0-49C8-B970-D64988C13172}">
      <dgm:prSet/>
      <dgm:spPr/>
      <dgm:t>
        <a:bodyPr/>
        <a:lstStyle/>
        <a:p>
          <a:r>
            <a:rPr lang="en-US"/>
            <a:t>Male Students </a:t>
          </a:r>
        </a:p>
      </dgm:t>
    </dgm:pt>
    <dgm:pt modelId="{29F1C924-1B60-4C6B-BFC8-136272F9C388}" type="parTrans" cxnId="{2DFF3A03-28F5-4A92-BCA9-A1B9AEE55BB7}">
      <dgm:prSet/>
      <dgm:spPr/>
      <dgm:t>
        <a:bodyPr/>
        <a:lstStyle/>
        <a:p>
          <a:endParaRPr lang="en-US"/>
        </a:p>
      </dgm:t>
    </dgm:pt>
    <dgm:pt modelId="{838C2E28-8F02-4374-A0FB-760464BABA37}" type="sibTrans" cxnId="{2DFF3A03-28F5-4A92-BCA9-A1B9AEE55BB7}">
      <dgm:prSet/>
      <dgm:spPr/>
      <dgm:t>
        <a:bodyPr/>
        <a:lstStyle/>
        <a:p>
          <a:endParaRPr lang="en-US"/>
        </a:p>
      </dgm:t>
    </dgm:pt>
    <dgm:pt modelId="{4F34F545-4943-41DB-A6FB-1B6ADFE802B2}">
      <dgm:prSet/>
      <dgm:spPr/>
      <dgm:t>
        <a:bodyPr/>
        <a:lstStyle/>
        <a:p>
          <a:r>
            <a:rPr lang="en-US"/>
            <a:t>Students with Previous Attempts for Class</a:t>
          </a:r>
        </a:p>
      </dgm:t>
    </dgm:pt>
    <dgm:pt modelId="{1334422C-D431-4673-83A7-4EFEDF9D2E6A}" type="parTrans" cxnId="{03E8DD6C-E3E6-497A-A8A0-2F72FB17E010}">
      <dgm:prSet/>
      <dgm:spPr/>
      <dgm:t>
        <a:bodyPr/>
        <a:lstStyle/>
        <a:p>
          <a:endParaRPr lang="en-US"/>
        </a:p>
      </dgm:t>
    </dgm:pt>
    <dgm:pt modelId="{C635A0BE-0F60-4AD7-9E4B-6F39704166B9}" type="sibTrans" cxnId="{03E8DD6C-E3E6-497A-A8A0-2F72FB17E010}">
      <dgm:prSet/>
      <dgm:spPr/>
      <dgm:t>
        <a:bodyPr/>
        <a:lstStyle/>
        <a:p>
          <a:endParaRPr lang="en-US"/>
        </a:p>
      </dgm:t>
    </dgm:pt>
    <dgm:pt modelId="{DB004D02-2775-4BAF-BBA6-4987BD6789DE}" type="pres">
      <dgm:prSet presAssocID="{034D4762-D9FA-4840-AC81-8C92F8EBF886}" presName="cycle" presStyleCnt="0">
        <dgm:presLayoutVars>
          <dgm:chMax val="1"/>
          <dgm:dir/>
          <dgm:animLvl val="ctr"/>
          <dgm:resizeHandles val="exact"/>
        </dgm:presLayoutVars>
      </dgm:prSet>
      <dgm:spPr/>
    </dgm:pt>
    <dgm:pt modelId="{C421EC6E-1AD9-439F-B6E5-437C5F0086BD}" type="pres">
      <dgm:prSet presAssocID="{95174543-BDFB-42A3-8E4D-3885A35D651B}" presName="centerShape" presStyleLbl="node0" presStyleIdx="0" presStyleCnt="1"/>
      <dgm:spPr/>
    </dgm:pt>
    <dgm:pt modelId="{5B85DA2D-8A52-436E-B810-B4B36B7B4453}" type="pres">
      <dgm:prSet presAssocID="{FA58750B-904C-4331-BB37-0484509ECD73}" presName="Name9" presStyleLbl="parChTrans1D2" presStyleIdx="0" presStyleCnt="7"/>
      <dgm:spPr/>
    </dgm:pt>
    <dgm:pt modelId="{6B2BE7C0-FF9C-402E-9DF9-0F80E896E669}" type="pres">
      <dgm:prSet presAssocID="{FA58750B-904C-4331-BB37-0484509ECD73}" presName="connTx" presStyleLbl="parChTrans1D2" presStyleIdx="0" presStyleCnt="7"/>
      <dgm:spPr/>
    </dgm:pt>
    <dgm:pt modelId="{7037056B-52CC-4FAD-A03F-4F4F01AE98E1}" type="pres">
      <dgm:prSet presAssocID="{18672349-4956-402E-B41C-25CAC7E51C07}" presName="node" presStyleLbl="node1" presStyleIdx="0" presStyleCnt="7">
        <dgm:presLayoutVars>
          <dgm:bulletEnabled val="1"/>
        </dgm:presLayoutVars>
      </dgm:prSet>
      <dgm:spPr/>
    </dgm:pt>
    <dgm:pt modelId="{5C3529D7-2F1B-4B87-A66C-26F9560BD84D}" type="pres">
      <dgm:prSet presAssocID="{1EDF0201-0A7E-43D9-BCBE-8944B2B2976C}" presName="Name9" presStyleLbl="parChTrans1D2" presStyleIdx="1" presStyleCnt="7"/>
      <dgm:spPr/>
    </dgm:pt>
    <dgm:pt modelId="{9ECF3339-94FA-4488-8720-4DFED5C26DAF}" type="pres">
      <dgm:prSet presAssocID="{1EDF0201-0A7E-43D9-BCBE-8944B2B2976C}" presName="connTx" presStyleLbl="parChTrans1D2" presStyleIdx="1" presStyleCnt="7"/>
      <dgm:spPr/>
    </dgm:pt>
    <dgm:pt modelId="{33AF0487-6B61-4A9B-B199-FFE0E501FF09}" type="pres">
      <dgm:prSet presAssocID="{3CA44982-ACB9-43AD-B645-E228784E84BD}" presName="node" presStyleLbl="node1" presStyleIdx="1" presStyleCnt="7">
        <dgm:presLayoutVars>
          <dgm:bulletEnabled val="1"/>
        </dgm:presLayoutVars>
      </dgm:prSet>
      <dgm:spPr/>
    </dgm:pt>
    <dgm:pt modelId="{6E451E09-B83F-410D-ACC8-D1F61385417A}" type="pres">
      <dgm:prSet presAssocID="{27662CEF-C952-4E76-AEBE-DA3F6B2FDEF7}" presName="Name9" presStyleLbl="parChTrans1D2" presStyleIdx="2" presStyleCnt="7"/>
      <dgm:spPr/>
    </dgm:pt>
    <dgm:pt modelId="{F213ECE4-A281-42A5-9F49-825AE59D12ED}" type="pres">
      <dgm:prSet presAssocID="{27662CEF-C952-4E76-AEBE-DA3F6B2FDEF7}" presName="connTx" presStyleLbl="parChTrans1D2" presStyleIdx="2" presStyleCnt="7"/>
      <dgm:spPr/>
    </dgm:pt>
    <dgm:pt modelId="{8FB39EE1-E87B-4B19-B64F-0F14993AA462}" type="pres">
      <dgm:prSet presAssocID="{CA5D53BC-5C9B-4981-928A-130F3B8B604E}" presName="node" presStyleLbl="node1" presStyleIdx="2" presStyleCnt="7">
        <dgm:presLayoutVars>
          <dgm:bulletEnabled val="1"/>
        </dgm:presLayoutVars>
      </dgm:prSet>
      <dgm:spPr/>
    </dgm:pt>
    <dgm:pt modelId="{EC64CB44-DC6D-49A6-8C30-2FEDCB501185}" type="pres">
      <dgm:prSet presAssocID="{273123C8-9E4D-4AE5-8DBD-389B28E554C7}" presName="Name9" presStyleLbl="parChTrans1D2" presStyleIdx="3" presStyleCnt="7"/>
      <dgm:spPr/>
    </dgm:pt>
    <dgm:pt modelId="{A5C28E8D-5362-466E-BEB8-75EC634BA743}" type="pres">
      <dgm:prSet presAssocID="{273123C8-9E4D-4AE5-8DBD-389B28E554C7}" presName="connTx" presStyleLbl="parChTrans1D2" presStyleIdx="3" presStyleCnt="7"/>
      <dgm:spPr/>
    </dgm:pt>
    <dgm:pt modelId="{75FAEB85-5289-4C05-958C-26CAD9A09341}" type="pres">
      <dgm:prSet presAssocID="{68E37F5B-FC5F-475D-A5E3-2E8289F13319}" presName="node" presStyleLbl="node1" presStyleIdx="3" presStyleCnt="7">
        <dgm:presLayoutVars>
          <dgm:bulletEnabled val="1"/>
        </dgm:presLayoutVars>
      </dgm:prSet>
      <dgm:spPr/>
    </dgm:pt>
    <dgm:pt modelId="{B29AA07A-2227-4E07-8BF7-C36DAB35F093}" type="pres">
      <dgm:prSet presAssocID="{22612280-E750-40C9-B510-41371C890363}" presName="Name9" presStyleLbl="parChTrans1D2" presStyleIdx="4" presStyleCnt="7"/>
      <dgm:spPr/>
    </dgm:pt>
    <dgm:pt modelId="{FF58F6FC-08D9-45D5-B705-F941EBC4AE81}" type="pres">
      <dgm:prSet presAssocID="{22612280-E750-40C9-B510-41371C890363}" presName="connTx" presStyleLbl="parChTrans1D2" presStyleIdx="4" presStyleCnt="7"/>
      <dgm:spPr/>
    </dgm:pt>
    <dgm:pt modelId="{EE82EB00-D12D-49AB-9952-F9BED43C30D5}" type="pres">
      <dgm:prSet presAssocID="{91BA4F07-89B8-425E-861D-CDF3BA96A8AC}" presName="node" presStyleLbl="node1" presStyleIdx="4" presStyleCnt="7">
        <dgm:presLayoutVars>
          <dgm:bulletEnabled val="1"/>
        </dgm:presLayoutVars>
      </dgm:prSet>
      <dgm:spPr/>
    </dgm:pt>
    <dgm:pt modelId="{FC2C1FB6-82F1-4CFB-A56D-C69D132E8D14}" type="pres">
      <dgm:prSet presAssocID="{29F1C924-1B60-4C6B-BFC8-136272F9C388}" presName="Name9" presStyleLbl="parChTrans1D2" presStyleIdx="5" presStyleCnt="7"/>
      <dgm:spPr/>
    </dgm:pt>
    <dgm:pt modelId="{7D8D223E-A134-46C7-BBE0-806608FF4F92}" type="pres">
      <dgm:prSet presAssocID="{29F1C924-1B60-4C6B-BFC8-136272F9C388}" presName="connTx" presStyleLbl="parChTrans1D2" presStyleIdx="5" presStyleCnt="7"/>
      <dgm:spPr/>
    </dgm:pt>
    <dgm:pt modelId="{FEFB65E6-4337-483E-B4C6-81F0EF308C56}" type="pres">
      <dgm:prSet presAssocID="{78D53742-EBB0-49C8-B970-D64988C13172}" presName="node" presStyleLbl="node1" presStyleIdx="5" presStyleCnt="7">
        <dgm:presLayoutVars>
          <dgm:bulletEnabled val="1"/>
        </dgm:presLayoutVars>
      </dgm:prSet>
      <dgm:spPr/>
    </dgm:pt>
    <dgm:pt modelId="{0B5DD1CE-46FB-4592-B6B4-F7C957122F0D}" type="pres">
      <dgm:prSet presAssocID="{1334422C-D431-4673-83A7-4EFEDF9D2E6A}" presName="Name9" presStyleLbl="parChTrans1D2" presStyleIdx="6" presStyleCnt="7"/>
      <dgm:spPr/>
    </dgm:pt>
    <dgm:pt modelId="{52A9142F-BC53-4C4D-91D7-EAF5BED50D44}" type="pres">
      <dgm:prSet presAssocID="{1334422C-D431-4673-83A7-4EFEDF9D2E6A}" presName="connTx" presStyleLbl="parChTrans1D2" presStyleIdx="6" presStyleCnt="7"/>
      <dgm:spPr/>
    </dgm:pt>
    <dgm:pt modelId="{C00842AC-4477-4868-B007-A6629F9EBDAD}" type="pres">
      <dgm:prSet presAssocID="{4F34F545-4943-41DB-A6FB-1B6ADFE802B2}" presName="node" presStyleLbl="node1" presStyleIdx="6" presStyleCnt="7">
        <dgm:presLayoutVars>
          <dgm:bulletEnabled val="1"/>
        </dgm:presLayoutVars>
      </dgm:prSet>
      <dgm:spPr/>
    </dgm:pt>
  </dgm:ptLst>
  <dgm:cxnLst>
    <dgm:cxn modelId="{B83D6D00-57F5-4586-8013-C22A091721CC}" type="presOf" srcId="{1EDF0201-0A7E-43D9-BCBE-8944B2B2976C}" destId="{9ECF3339-94FA-4488-8720-4DFED5C26DAF}" srcOrd="1" destOrd="0" presId="urn:microsoft.com/office/officeart/2005/8/layout/radial1"/>
    <dgm:cxn modelId="{2DFF3A03-28F5-4A92-BCA9-A1B9AEE55BB7}" srcId="{95174543-BDFB-42A3-8E4D-3885A35D651B}" destId="{78D53742-EBB0-49C8-B970-D64988C13172}" srcOrd="5" destOrd="0" parTransId="{29F1C924-1B60-4C6B-BFC8-136272F9C388}" sibTransId="{838C2E28-8F02-4374-A0FB-760464BABA37}"/>
    <dgm:cxn modelId="{3BCEA504-9544-48FC-88E2-15ACDE4F1342}" type="presOf" srcId="{273123C8-9E4D-4AE5-8DBD-389B28E554C7}" destId="{EC64CB44-DC6D-49A6-8C30-2FEDCB501185}" srcOrd="0" destOrd="0" presId="urn:microsoft.com/office/officeart/2005/8/layout/radial1"/>
    <dgm:cxn modelId="{FF15B706-FF53-4D4D-B111-91E8D6D0BB8A}" type="presOf" srcId="{22612280-E750-40C9-B510-41371C890363}" destId="{B29AA07A-2227-4E07-8BF7-C36DAB35F093}" srcOrd="0" destOrd="0" presId="urn:microsoft.com/office/officeart/2005/8/layout/radial1"/>
    <dgm:cxn modelId="{0DD90E14-85FD-4819-A596-285A99A6FD07}" type="presOf" srcId="{29F1C924-1B60-4C6B-BFC8-136272F9C388}" destId="{FC2C1FB6-82F1-4CFB-A56D-C69D132E8D14}" srcOrd="0" destOrd="0" presId="urn:microsoft.com/office/officeart/2005/8/layout/radial1"/>
    <dgm:cxn modelId="{3705A914-66F1-4FE8-8313-EC498307C7AB}" type="presOf" srcId="{18672349-4956-402E-B41C-25CAC7E51C07}" destId="{7037056B-52CC-4FAD-A03F-4F4F01AE98E1}" srcOrd="0" destOrd="0" presId="urn:microsoft.com/office/officeart/2005/8/layout/radial1"/>
    <dgm:cxn modelId="{54C80315-878D-4E36-94ED-D7BCC0DA5AB7}" type="presOf" srcId="{1EDF0201-0A7E-43D9-BCBE-8944B2B2976C}" destId="{5C3529D7-2F1B-4B87-A66C-26F9560BD84D}" srcOrd="0" destOrd="0" presId="urn:microsoft.com/office/officeart/2005/8/layout/radial1"/>
    <dgm:cxn modelId="{DB5D4A24-C671-4545-9732-92F246CEFBBE}" srcId="{95174543-BDFB-42A3-8E4D-3885A35D651B}" destId="{18672349-4956-402E-B41C-25CAC7E51C07}" srcOrd="0" destOrd="0" parTransId="{FA58750B-904C-4331-BB37-0484509ECD73}" sibTransId="{BD69C4C4-E139-46F2-928C-48C901CD82BC}"/>
    <dgm:cxn modelId="{35C0A028-C312-4E15-AD7A-6A12956D63CE}" type="presOf" srcId="{22612280-E750-40C9-B510-41371C890363}" destId="{FF58F6FC-08D9-45D5-B705-F941EBC4AE81}" srcOrd="1" destOrd="0" presId="urn:microsoft.com/office/officeart/2005/8/layout/radial1"/>
    <dgm:cxn modelId="{818F1430-4CFC-4FA5-B91D-00859EF32703}" type="presOf" srcId="{1334422C-D431-4673-83A7-4EFEDF9D2E6A}" destId="{52A9142F-BC53-4C4D-91D7-EAF5BED50D44}" srcOrd="1" destOrd="0" presId="urn:microsoft.com/office/officeart/2005/8/layout/radial1"/>
    <dgm:cxn modelId="{C84DA55F-DE66-42C7-8BBA-518B9712E186}" type="presOf" srcId="{27662CEF-C952-4E76-AEBE-DA3F6B2FDEF7}" destId="{F213ECE4-A281-42A5-9F49-825AE59D12ED}" srcOrd="1" destOrd="0" presId="urn:microsoft.com/office/officeart/2005/8/layout/radial1"/>
    <dgm:cxn modelId="{89035F41-37DF-4805-8B4E-7FDC45DF50C2}" type="presOf" srcId="{FA58750B-904C-4331-BB37-0484509ECD73}" destId="{6B2BE7C0-FF9C-402E-9DF9-0F80E896E669}" srcOrd="1" destOrd="0" presId="urn:microsoft.com/office/officeart/2005/8/layout/radial1"/>
    <dgm:cxn modelId="{0AE9C341-6900-4BBA-ABFC-56491F3865F8}" srcId="{95174543-BDFB-42A3-8E4D-3885A35D651B}" destId="{3CA44982-ACB9-43AD-B645-E228784E84BD}" srcOrd="1" destOrd="0" parTransId="{1EDF0201-0A7E-43D9-BCBE-8944B2B2976C}" sibTransId="{CC8906D8-40F4-4356-A123-D7ACF6260211}"/>
    <dgm:cxn modelId="{95B1D142-D575-4297-A1B5-A814891E51C2}" type="presOf" srcId="{4F34F545-4943-41DB-A6FB-1B6ADFE802B2}" destId="{C00842AC-4477-4868-B007-A6629F9EBDAD}" srcOrd="0" destOrd="0" presId="urn:microsoft.com/office/officeart/2005/8/layout/radial1"/>
    <dgm:cxn modelId="{60259467-5487-41B1-985A-B66B3F87D53A}" type="presOf" srcId="{29F1C924-1B60-4C6B-BFC8-136272F9C388}" destId="{7D8D223E-A134-46C7-BBE0-806608FF4F92}" srcOrd="1" destOrd="0" presId="urn:microsoft.com/office/officeart/2005/8/layout/radial1"/>
    <dgm:cxn modelId="{03E8DD6C-E3E6-497A-A8A0-2F72FB17E010}" srcId="{95174543-BDFB-42A3-8E4D-3885A35D651B}" destId="{4F34F545-4943-41DB-A6FB-1B6ADFE802B2}" srcOrd="6" destOrd="0" parTransId="{1334422C-D431-4673-83A7-4EFEDF9D2E6A}" sibTransId="{C635A0BE-0F60-4AD7-9E4B-6F39704166B9}"/>
    <dgm:cxn modelId="{998E164F-BBBC-4992-8642-02CD74FD4A35}" type="presOf" srcId="{91BA4F07-89B8-425E-861D-CDF3BA96A8AC}" destId="{EE82EB00-D12D-49AB-9952-F9BED43C30D5}" srcOrd="0" destOrd="0" presId="urn:microsoft.com/office/officeart/2005/8/layout/radial1"/>
    <dgm:cxn modelId="{AB0B9252-7C16-4066-9E71-D1B7BB8117AC}" type="presOf" srcId="{FA58750B-904C-4331-BB37-0484509ECD73}" destId="{5B85DA2D-8A52-436E-B810-B4B36B7B4453}" srcOrd="0" destOrd="0" presId="urn:microsoft.com/office/officeart/2005/8/layout/radial1"/>
    <dgm:cxn modelId="{886C337A-8BC6-4796-8105-CBE7B8CE2A02}" type="presOf" srcId="{1334422C-D431-4673-83A7-4EFEDF9D2E6A}" destId="{0B5DD1CE-46FB-4592-B6B4-F7C957122F0D}" srcOrd="0" destOrd="0" presId="urn:microsoft.com/office/officeart/2005/8/layout/radial1"/>
    <dgm:cxn modelId="{4905F083-05EC-4B08-A92E-DD549548BFB7}" type="presOf" srcId="{95174543-BDFB-42A3-8E4D-3885A35D651B}" destId="{C421EC6E-1AD9-439F-B6E5-437C5F0086BD}" srcOrd="0" destOrd="0" presId="urn:microsoft.com/office/officeart/2005/8/layout/radial1"/>
    <dgm:cxn modelId="{0AC38290-B1F9-4777-B65C-C0FBFDD53F39}" type="presOf" srcId="{68E37F5B-FC5F-475D-A5E3-2E8289F13319}" destId="{75FAEB85-5289-4C05-958C-26CAD9A09341}" srcOrd="0" destOrd="0" presId="urn:microsoft.com/office/officeart/2005/8/layout/radial1"/>
    <dgm:cxn modelId="{BEDEB992-CBD2-4DA1-B087-2C5BB259449D}" srcId="{034D4762-D9FA-4840-AC81-8C92F8EBF886}" destId="{95174543-BDFB-42A3-8E4D-3885A35D651B}" srcOrd="0" destOrd="0" parTransId="{7E845E9F-54FC-4EDC-ADDD-B301B89E9359}" sibTransId="{6AD88A4C-6F66-45C6-8523-50D1BBC6AEFB}"/>
    <dgm:cxn modelId="{2F870396-3668-4625-AFC9-63D60E26194A}" type="presOf" srcId="{27662CEF-C952-4E76-AEBE-DA3F6B2FDEF7}" destId="{6E451E09-B83F-410D-ACC8-D1F61385417A}" srcOrd="0" destOrd="0" presId="urn:microsoft.com/office/officeart/2005/8/layout/radial1"/>
    <dgm:cxn modelId="{2D9A0F9E-4E4D-44C5-A189-13C146D80CD2}" type="presOf" srcId="{034D4762-D9FA-4840-AC81-8C92F8EBF886}" destId="{DB004D02-2775-4BAF-BBA6-4987BD6789DE}" srcOrd="0" destOrd="0" presId="urn:microsoft.com/office/officeart/2005/8/layout/radial1"/>
    <dgm:cxn modelId="{8546F99E-ED9C-4ECE-8579-3AF63D4FC11A}" srcId="{95174543-BDFB-42A3-8E4D-3885A35D651B}" destId="{68E37F5B-FC5F-475D-A5E3-2E8289F13319}" srcOrd="3" destOrd="0" parTransId="{273123C8-9E4D-4AE5-8DBD-389B28E554C7}" sibTransId="{E2E2B56D-CC0B-4F4A-9E0D-6DB929DC2FAF}"/>
    <dgm:cxn modelId="{C49473C1-D600-42B9-ABB0-908B77EBC55B}" srcId="{95174543-BDFB-42A3-8E4D-3885A35D651B}" destId="{91BA4F07-89B8-425E-861D-CDF3BA96A8AC}" srcOrd="4" destOrd="0" parTransId="{22612280-E750-40C9-B510-41371C890363}" sibTransId="{6C320685-9B62-464F-8453-DF02D8C60279}"/>
    <dgm:cxn modelId="{3DA48DCA-5817-49F8-898E-00D8F4CA8836}" type="presOf" srcId="{273123C8-9E4D-4AE5-8DBD-389B28E554C7}" destId="{A5C28E8D-5362-466E-BEB8-75EC634BA743}" srcOrd="1" destOrd="0" presId="urn:microsoft.com/office/officeart/2005/8/layout/radial1"/>
    <dgm:cxn modelId="{59C219CE-958B-46F4-AFA8-2395E403E231}" type="presOf" srcId="{3CA44982-ACB9-43AD-B645-E228784E84BD}" destId="{33AF0487-6B61-4A9B-B199-FFE0E501FF09}" srcOrd="0" destOrd="0" presId="urn:microsoft.com/office/officeart/2005/8/layout/radial1"/>
    <dgm:cxn modelId="{83E583CE-5BF8-42C0-AFC0-93D37C074896}" type="presOf" srcId="{78D53742-EBB0-49C8-B970-D64988C13172}" destId="{FEFB65E6-4337-483E-B4C6-81F0EF308C56}" srcOrd="0" destOrd="0" presId="urn:microsoft.com/office/officeart/2005/8/layout/radial1"/>
    <dgm:cxn modelId="{A4E3D1F3-F2F3-412C-B787-692E8D8F71F5}" srcId="{95174543-BDFB-42A3-8E4D-3885A35D651B}" destId="{CA5D53BC-5C9B-4981-928A-130F3B8B604E}" srcOrd="2" destOrd="0" parTransId="{27662CEF-C952-4E76-AEBE-DA3F6B2FDEF7}" sibTransId="{6105D977-8208-421B-A74C-6B0082440CE2}"/>
    <dgm:cxn modelId="{D38D55FF-E4FF-4D06-B9C2-944184C9F0D9}" type="presOf" srcId="{CA5D53BC-5C9B-4981-928A-130F3B8B604E}" destId="{8FB39EE1-E87B-4B19-B64F-0F14993AA462}" srcOrd="0" destOrd="0" presId="urn:microsoft.com/office/officeart/2005/8/layout/radial1"/>
    <dgm:cxn modelId="{C922D29F-43B6-46FB-9F38-D96F0A153A16}" type="presParOf" srcId="{DB004D02-2775-4BAF-BBA6-4987BD6789DE}" destId="{C421EC6E-1AD9-439F-B6E5-437C5F0086BD}" srcOrd="0" destOrd="0" presId="urn:microsoft.com/office/officeart/2005/8/layout/radial1"/>
    <dgm:cxn modelId="{7A9E2C43-4916-4218-B385-E74731339205}" type="presParOf" srcId="{DB004D02-2775-4BAF-BBA6-4987BD6789DE}" destId="{5B85DA2D-8A52-436E-B810-B4B36B7B4453}" srcOrd="1" destOrd="0" presId="urn:microsoft.com/office/officeart/2005/8/layout/radial1"/>
    <dgm:cxn modelId="{439AC878-8371-4592-BA06-4A3CE06ABA27}" type="presParOf" srcId="{5B85DA2D-8A52-436E-B810-B4B36B7B4453}" destId="{6B2BE7C0-FF9C-402E-9DF9-0F80E896E669}" srcOrd="0" destOrd="0" presId="urn:microsoft.com/office/officeart/2005/8/layout/radial1"/>
    <dgm:cxn modelId="{E8E89E13-1CA4-4818-B516-D12BDD79C5D4}" type="presParOf" srcId="{DB004D02-2775-4BAF-BBA6-4987BD6789DE}" destId="{7037056B-52CC-4FAD-A03F-4F4F01AE98E1}" srcOrd="2" destOrd="0" presId="urn:microsoft.com/office/officeart/2005/8/layout/radial1"/>
    <dgm:cxn modelId="{BD01FA45-1AA8-4CC9-AD88-9867A07A644B}" type="presParOf" srcId="{DB004D02-2775-4BAF-BBA6-4987BD6789DE}" destId="{5C3529D7-2F1B-4B87-A66C-26F9560BD84D}" srcOrd="3" destOrd="0" presId="urn:microsoft.com/office/officeart/2005/8/layout/radial1"/>
    <dgm:cxn modelId="{48DCECD6-4893-401F-A005-458165610178}" type="presParOf" srcId="{5C3529D7-2F1B-4B87-A66C-26F9560BD84D}" destId="{9ECF3339-94FA-4488-8720-4DFED5C26DAF}" srcOrd="0" destOrd="0" presId="urn:microsoft.com/office/officeart/2005/8/layout/radial1"/>
    <dgm:cxn modelId="{DD1386FB-5FB1-45B5-A2E0-2BF0D9F73B65}" type="presParOf" srcId="{DB004D02-2775-4BAF-BBA6-4987BD6789DE}" destId="{33AF0487-6B61-4A9B-B199-FFE0E501FF09}" srcOrd="4" destOrd="0" presId="urn:microsoft.com/office/officeart/2005/8/layout/radial1"/>
    <dgm:cxn modelId="{98784E92-400A-4BB1-B56A-5AB25D16C9C0}" type="presParOf" srcId="{DB004D02-2775-4BAF-BBA6-4987BD6789DE}" destId="{6E451E09-B83F-410D-ACC8-D1F61385417A}" srcOrd="5" destOrd="0" presId="urn:microsoft.com/office/officeart/2005/8/layout/radial1"/>
    <dgm:cxn modelId="{DEE08CCD-A245-4332-A094-AF5E5798DFFB}" type="presParOf" srcId="{6E451E09-B83F-410D-ACC8-D1F61385417A}" destId="{F213ECE4-A281-42A5-9F49-825AE59D12ED}" srcOrd="0" destOrd="0" presId="urn:microsoft.com/office/officeart/2005/8/layout/radial1"/>
    <dgm:cxn modelId="{38719CFD-4EDD-463A-A0A4-D07336B435BA}" type="presParOf" srcId="{DB004D02-2775-4BAF-BBA6-4987BD6789DE}" destId="{8FB39EE1-E87B-4B19-B64F-0F14993AA462}" srcOrd="6" destOrd="0" presId="urn:microsoft.com/office/officeart/2005/8/layout/radial1"/>
    <dgm:cxn modelId="{650F210C-D4F9-4AD2-9281-02F7F39B37DC}" type="presParOf" srcId="{DB004D02-2775-4BAF-BBA6-4987BD6789DE}" destId="{EC64CB44-DC6D-49A6-8C30-2FEDCB501185}" srcOrd="7" destOrd="0" presId="urn:microsoft.com/office/officeart/2005/8/layout/radial1"/>
    <dgm:cxn modelId="{27AFB04F-3583-4CC2-B284-BF9E70AAB31A}" type="presParOf" srcId="{EC64CB44-DC6D-49A6-8C30-2FEDCB501185}" destId="{A5C28E8D-5362-466E-BEB8-75EC634BA743}" srcOrd="0" destOrd="0" presId="urn:microsoft.com/office/officeart/2005/8/layout/radial1"/>
    <dgm:cxn modelId="{44F95424-EF8B-4ABC-AE37-4CE3BBD30A40}" type="presParOf" srcId="{DB004D02-2775-4BAF-BBA6-4987BD6789DE}" destId="{75FAEB85-5289-4C05-958C-26CAD9A09341}" srcOrd="8" destOrd="0" presId="urn:microsoft.com/office/officeart/2005/8/layout/radial1"/>
    <dgm:cxn modelId="{6695597E-7AC5-4ACE-AB12-C35F6F6DEFBA}" type="presParOf" srcId="{DB004D02-2775-4BAF-BBA6-4987BD6789DE}" destId="{B29AA07A-2227-4E07-8BF7-C36DAB35F093}" srcOrd="9" destOrd="0" presId="urn:microsoft.com/office/officeart/2005/8/layout/radial1"/>
    <dgm:cxn modelId="{4D9BE0C0-864F-415D-B86E-17D8667DB020}" type="presParOf" srcId="{B29AA07A-2227-4E07-8BF7-C36DAB35F093}" destId="{FF58F6FC-08D9-45D5-B705-F941EBC4AE81}" srcOrd="0" destOrd="0" presId="urn:microsoft.com/office/officeart/2005/8/layout/radial1"/>
    <dgm:cxn modelId="{7E2596F9-F694-4467-9B09-F4956F6CCDFA}" type="presParOf" srcId="{DB004D02-2775-4BAF-BBA6-4987BD6789DE}" destId="{EE82EB00-D12D-49AB-9952-F9BED43C30D5}" srcOrd="10" destOrd="0" presId="urn:microsoft.com/office/officeart/2005/8/layout/radial1"/>
    <dgm:cxn modelId="{873AD0A8-7EEC-41D0-8C7C-7E71A8F6FC86}" type="presParOf" srcId="{DB004D02-2775-4BAF-BBA6-4987BD6789DE}" destId="{FC2C1FB6-82F1-4CFB-A56D-C69D132E8D14}" srcOrd="11" destOrd="0" presId="urn:microsoft.com/office/officeart/2005/8/layout/radial1"/>
    <dgm:cxn modelId="{C55EA068-5712-4A96-9772-E6DD7D881BAE}" type="presParOf" srcId="{FC2C1FB6-82F1-4CFB-A56D-C69D132E8D14}" destId="{7D8D223E-A134-46C7-BBE0-806608FF4F92}" srcOrd="0" destOrd="0" presId="urn:microsoft.com/office/officeart/2005/8/layout/radial1"/>
    <dgm:cxn modelId="{6C7B7DBB-17E8-447E-AA53-BE64F4456F81}" type="presParOf" srcId="{DB004D02-2775-4BAF-BBA6-4987BD6789DE}" destId="{FEFB65E6-4337-483E-B4C6-81F0EF308C56}" srcOrd="12" destOrd="0" presId="urn:microsoft.com/office/officeart/2005/8/layout/radial1"/>
    <dgm:cxn modelId="{DC690140-7A42-4B22-9B2F-7CB396057286}" type="presParOf" srcId="{DB004D02-2775-4BAF-BBA6-4987BD6789DE}" destId="{0B5DD1CE-46FB-4592-B6B4-F7C957122F0D}" srcOrd="13" destOrd="0" presId="urn:microsoft.com/office/officeart/2005/8/layout/radial1"/>
    <dgm:cxn modelId="{7DE22618-DADF-41BA-864D-E26C386E4AE5}" type="presParOf" srcId="{0B5DD1CE-46FB-4592-B6B4-F7C957122F0D}" destId="{52A9142F-BC53-4C4D-91D7-EAF5BED50D44}" srcOrd="0" destOrd="0" presId="urn:microsoft.com/office/officeart/2005/8/layout/radial1"/>
    <dgm:cxn modelId="{25523C3C-CDE7-4B6A-8A7B-475809A8C4F8}" type="presParOf" srcId="{DB004D02-2775-4BAF-BBA6-4987BD6789DE}" destId="{C00842AC-4477-4868-B007-A6629F9EBDAD}" srcOrd="14" destOrd="0" presId="urn:microsoft.com/office/officeart/2005/8/layout/radial1"/>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E0D9275F-8C34-49D7-8452-0F23E6BF711A}" type="doc">
      <dgm:prSet loTypeId="urn:microsoft.com/office/officeart/2005/8/layout/venn1" loCatId="relationship" qsTypeId="urn:microsoft.com/office/officeart/2005/8/quickstyle/simple1#3" qsCatId="simple" csTypeId="urn:microsoft.com/office/officeart/2005/8/colors/colorful4#3" csCatId="colorful" phldr="1"/>
      <dgm:spPr/>
      <dgm:t>
        <a:bodyPr/>
        <a:lstStyle/>
        <a:p>
          <a:endParaRPr lang="en-US"/>
        </a:p>
      </dgm:t>
    </dgm:pt>
    <dgm:pt modelId="{F88B24EB-D41A-4F05-8E6D-B7E3C9771621}">
      <dgm:prSet custT="1"/>
      <dgm:spPr/>
      <dgm:t>
        <a:bodyPr/>
        <a:lstStyle/>
        <a:p>
          <a:r>
            <a:rPr lang="en-US" sz="1400" b="1" dirty="0"/>
            <a:t>Assessment Dates</a:t>
          </a:r>
        </a:p>
        <a:p>
          <a:r>
            <a:rPr lang="en-US" sz="1100" dirty="0"/>
            <a:t>Check Assessment Dates</a:t>
          </a:r>
        </a:p>
        <a:p>
          <a:r>
            <a:rPr lang="en-US" sz="1100" dirty="0"/>
            <a:t>19, 24, 34, 49, 54, 69</a:t>
          </a:r>
        </a:p>
      </dgm:t>
    </dgm:pt>
    <dgm:pt modelId="{258B8EDA-A75D-4890-BBB6-4B03CA016234}" type="parTrans" cxnId="{170B5058-D388-4F20-A135-54AF8148FE07}">
      <dgm:prSet/>
      <dgm:spPr/>
      <dgm:t>
        <a:bodyPr/>
        <a:lstStyle/>
        <a:p>
          <a:endParaRPr lang="en-US"/>
        </a:p>
      </dgm:t>
    </dgm:pt>
    <dgm:pt modelId="{1BEC78DC-8674-4C04-B2B8-C5CB6D297F5E}" type="sibTrans" cxnId="{170B5058-D388-4F20-A135-54AF8148FE07}">
      <dgm:prSet/>
      <dgm:spPr/>
      <dgm:t>
        <a:bodyPr/>
        <a:lstStyle/>
        <a:p>
          <a:endParaRPr lang="en-US"/>
        </a:p>
      </dgm:t>
    </dgm:pt>
    <dgm:pt modelId="{9AF5364F-170A-4CA8-A151-0FA682E47B43}">
      <dgm:prSet custT="1"/>
      <dgm:spPr/>
      <dgm:t>
        <a:bodyPr/>
        <a:lstStyle/>
        <a:p>
          <a:r>
            <a:rPr lang="en-US" sz="1400" b="1" dirty="0"/>
            <a:t>Student Credit</a:t>
          </a:r>
        </a:p>
        <a:p>
          <a:r>
            <a:rPr lang="en-US" sz="1100" dirty="0"/>
            <a:t>Highlight Assessments with Highest Credits</a:t>
          </a:r>
        </a:p>
      </dgm:t>
    </dgm:pt>
    <dgm:pt modelId="{D12DF2A5-505D-4A5A-BA8D-8BC4FDBB385B}" type="parTrans" cxnId="{05206BE8-C6AA-4F90-8662-E2B12AC23DC3}">
      <dgm:prSet/>
      <dgm:spPr/>
      <dgm:t>
        <a:bodyPr/>
        <a:lstStyle/>
        <a:p>
          <a:endParaRPr lang="en-US"/>
        </a:p>
      </dgm:t>
    </dgm:pt>
    <dgm:pt modelId="{B5EF59D8-6F83-4E6F-88FF-8D3B9FD0EF0D}" type="sibTrans" cxnId="{05206BE8-C6AA-4F90-8662-E2B12AC23DC3}">
      <dgm:prSet/>
      <dgm:spPr/>
      <dgm:t>
        <a:bodyPr/>
        <a:lstStyle/>
        <a:p>
          <a:endParaRPr lang="en-US"/>
        </a:p>
      </dgm:t>
    </dgm:pt>
    <dgm:pt modelId="{29E717A3-41A8-4A6C-86D2-56A939CBF2D4}">
      <dgm:prSet custT="1"/>
      <dgm:spPr/>
      <dgm:t>
        <a:bodyPr/>
        <a:lstStyle/>
        <a:p>
          <a:r>
            <a:rPr lang="en-US" sz="1400" b="1" dirty="0"/>
            <a:t>Student Score</a:t>
          </a:r>
        </a:p>
        <a:p>
          <a:r>
            <a:rPr lang="en-US" sz="1100" dirty="0"/>
            <a:t>Check Students with Scores Lower than 72</a:t>
          </a:r>
        </a:p>
      </dgm:t>
    </dgm:pt>
    <dgm:pt modelId="{FD095669-ACCD-46CF-A9EE-251F3EFBD83D}" type="parTrans" cxnId="{98E817F8-B374-4C98-A964-92D8C890790D}">
      <dgm:prSet/>
      <dgm:spPr/>
      <dgm:t>
        <a:bodyPr/>
        <a:lstStyle/>
        <a:p>
          <a:endParaRPr lang="en-US"/>
        </a:p>
      </dgm:t>
    </dgm:pt>
    <dgm:pt modelId="{6081D6FF-8A7D-420B-BBCA-AE7E9C685ED0}" type="sibTrans" cxnId="{98E817F8-B374-4C98-A964-92D8C890790D}">
      <dgm:prSet/>
      <dgm:spPr/>
      <dgm:t>
        <a:bodyPr/>
        <a:lstStyle/>
        <a:p>
          <a:endParaRPr lang="en-US"/>
        </a:p>
      </dgm:t>
    </dgm:pt>
    <dgm:pt modelId="{ED51377D-B309-49DE-8B94-B91F47EDB10E}" type="pres">
      <dgm:prSet presAssocID="{E0D9275F-8C34-49D7-8452-0F23E6BF711A}" presName="compositeShape" presStyleCnt="0">
        <dgm:presLayoutVars>
          <dgm:chMax val="7"/>
          <dgm:dir/>
          <dgm:resizeHandles val="exact"/>
        </dgm:presLayoutVars>
      </dgm:prSet>
      <dgm:spPr/>
    </dgm:pt>
    <dgm:pt modelId="{6AC1E122-3F86-4318-BAB0-644B135A87A0}" type="pres">
      <dgm:prSet presAssocID="{F88B24EB-D41A-4F05-8E6D-B7E3C9771621}" presName="circ1" presStyleLbl="vennNode1" presStyleIdx="0" presStyleCnt="3"/>
      <dgm:spPr/>
    </dgm:pt>
    <dgm:pt modelId="{0118141B-86EB-4B2C-9186-E5C1B7BFB734}" type="pres">
      <dgm:prSet presAssocID="{F88B24EB-D41A-4F05-8E6D-B7E3C9771621}" presName="circ1Tx" presStyleLbl="revTx" presStyleIdx="0" presStyleCnt="0">
        <dgm:presLayoutVars>
          <dgm:chMax val="0"/>
          <dgm:chPref val="0"/>
          <dgm:bulletEnabled val="1"/>
        </dgm:presLayoutVars>
      </dgm:prSet>
      <dgm:spPr/>
    </dgm:pt>
    <dgm:pt modelId="{5356132F-3475-491A-8A72-15E1EE744BE8}" type="pres">
      <dgm:prSet presAssocID="{9AF5364F-170A-4CA8-A151-0FA682E47B43}" presName="circ2" presStyleLbl="vennNode1" presStyleIdx="1" presStyleCnt="3"/>
      <dgm:spPr/>
    </dgm:pt>
    <dgm:pt modelId="{37A75372-73FF-45DB-8C34-F5D63888FC7D}" type="pres">
      <dgm:prSet presAssocID="{9AF5364F-170A-4CA8-A151-0FA682E47B43}" presName="circ2Tx" presStyleLbl="revTx" presStyleIdx="0" presStyleCnt="0">
        <dgm:presLayoutVars>
          <dgm:chMax val="0"/>
          <dgm:chPref val="0"/>
          <dgm:bulletEnabled val="1"/>
        </dgm:presLayoutVars>
      </dgm:prSet>
      <dgm:spPr/>
    </dgm:pt>
    <dgm:pt modelId="{8D72A62E-60FB-4E7E-B46F-722727082F4D}" type="pres">
      <dgm:prSet presAssocID="{29E717A3-41A8-4A6C-86D2-56A939CBF2D4}" presName="circ3" presStyleLbl="vennNode1" presStyleIdx="2" presStyleCnt="3"/>
      <dgm:spPr/>
    </dgm:pt>
    <dgm:pt modelId="{4E6D2FBB-79BF-4DBA-A561-AB5DC60649C7}" type="pres">
      <dgm:prSet presAssocID="{29E717A3-41A8-4A6C-86D2-56A939CBF2D4}" presName="circ3Tx" presStyleLbl="revTx" presStyleIdx="0" presStyleCnt="0">
        <dgm:presLayoutVars>
          <dgm:chMax val="0"/>
          <dgm:chPref val="0"/>
          <dgm:bulletEnabled val="1"/>
        </dgm:presLayoutVars>
      </dgm:prSet>
      <dgm:spPr/>
    </dgm:pt>
  </dgm:ptLst>
  <dgm:cxnLst>
    <dgm:cxn modelId="{7906BF23-38FB-43B1-B6F4-84E2128215C2}" type="presOf" srcId="{F88B24EB-D41A-4F05-8E6D-B7E3C9771621}" destId="{0118141B-86EB-4B2C-9186-E5C1B7BFB734}" srcOrd="1" destOrd="0" presId="urn:microsoft.com/office/officeart/2005/8/layout/venn1"/>
    <dgm:cxn modelId="{6BEFE367-4E5C-4495-AB4F-A08EC9323682}" type="presOf" srcId="{9AF5364F-170A-4CA8-A151-0FA682E47B43}" destId="{37A75372-73FF-45DB-8C34-F5D63888FC7D}" srcOrd="1" destOrd="0" presId="urn:microsoft.com/office/officeart/2005/8/layout/venn1"/>
    <dgm:cxn modelId="{74B9F477-F942-427D-AE5A-7FB6595DBEB6}" type="presOf" srcId="{9AF5364F-170A-4CA8-A151-0FA682E47B43}" destId="{5356132F-3475-491A-8A72-15E1EE744BE8}" srcOrd="0" destOrd="0" presId="urn:microsoft.com/office/officeart/2005/8/layout/venn1"/>
    <dgm:cxn modelId="{170B5058-D388-4F20-A135-54AF8148FE07}" srcId="{E0D9275F-8C34-49D7-8452-0F23E6BF711A}" destId="{F88B24EB-D41A-4F05-8E6D-B7E3C9771621}" srcOrd="0" destOrd="0" parTransId="{258B8EDA-A75D-4890-BBB6-4B03CA016234}" sibTransId="{1BEC78DC-8674-4C04-B2B8-C5CB6D297F5E}"/>
    <dgm:cxn modelId="{C04EC096-32CF-4846-B2D5-E7B271D48BED}" type="presOf" srcId="{29E717A3-41A8-4A6C-86D2-56A939CBF2D4}" destId="{8D72A62E-60FB-4E7E-B46F-722727082F4D}" srcOrd="0" destOrd="0" presId="urn:microsoft.com/office/officeart/2005/8/layout/venn1"/>
    <dgm:cxn modelId="{F92ECDA4-C019-42ED-97F5-427DF90095B2}" type="presOf" srcId="{F88B24EB-D41A-4F05-8E6D-B7E3C9771621}" destId="{6AC1E122-3F86-4318-BAB0-644B135A87A0}" srcOrd="0" destOrd="0" presId="urn:microsoft.com/office/officeart/2005/8/layout/venn1"/>
    <dgm:cxn modelId="{9373E3B3-F0A4-47E0-96A4-123D363C7B45}" type="presOf" srcId="{29E717A3-41A8-4A6C-86D2-56A939CBF2D4}" destId="{4E6D2FBB-79BF-4DBA-A561-AB5DC60649C7}" srcOrd="1" destOrd="0" presId="urn:microsoft.com/office/officeart/2005/8/layout/venn1"/>
    <dgm:cxn modelId="{05206BE8-C6AA-4F90-8662-E2B12AC23DC3}" srcId="{E0D9275F-8C34-49D7-8452-0F23E6BF711A}" destId="{9AF5364F-170A-4CA8-A151-0FA682E47B43}" srcOrd="1" destOrd="0" parTransId="{D12DF2A5-505D-4A5A-BA8D-8BC4FDBB385B}" sibTransId="{B5EF59D8-6F83-4E6F-88FF-8D3B9FD0EF0D}"/>
    <dgm:cxn modelId="{1B5425ED-6AF9-4218-8682-F6EFBCBA0401}" type="presOf" srcId="{E0D9275F-8C34-49D7-8452-0F23E6BF711A}" destId="{ED51377D-B309-49DE-8B94-B91F47EDB10E}" srcOrd="0" destOrd="0" presId="urn:microsoft.com/office/officeart/2005/8/layout/venn1"/>
    <dgm:cxn modelId="{98E817F8-B374-4C98-A964-92D8C890790D}" srcId="{E0D9275F-8C34-49D7-8452-0F23E6BF711A}" destId="{29E717A3-41A8-4A6C-86D2-56A939CBF2D4}" srcOrd="2" destOrd="0" parTransId="{FD095669-ACCD-46CF-A9EE-251F3EFBD83D}" sibTransId="{6081D6FF-8A7D-420B-BBCA-AE7E9C685ED0}"/>
    <dgm:cxn modelId="{B3D19F47-C1CC-411F-963F-6EE910E4ABF8}" type="presParOf" srcId="{ED51377D-B309-49DE-8B94-B91F47EDB10E}" destId="{6AC1E122-3F86-4318-BAB0-644B135A87A0}" srcOrd="0" destOrd="0" presId="urn:microsoft.com/office/officeart/2005/8/layout/venn1"/>
    <dgm:cxn modelId="{3EE4758F-CEAE-479A-9DA6-44269E2D2968}" type="presParOf" srcId="{ED51377D-B309-49DE-8B94-B91F47EDB10E}" destId="{0118141B-86EB-4B2C-9186-E5C1B7BFB734}" srcOrd="1" destOrd="0" presId="urn:microsoft.com/office/officeart/2005/8/layout/venn1"/>
    <dgm:cxn modelId="{F1A7E78E-E14F-4A08-AE1B-4A725D1DD5D2}" type="presParOf" srcId="{ED51377D-B309-49DE-8B94-B91F47EDB10E}" destId="{5356132F-3475-491A-8A72-15E1EE744BE8}" srcOrd="2" destOrd="0" presId="urn:microsoft.com/office/officeart/2005/8/layout/venn1"/>
    <dgm:cxn modelId="{341B6155-6AA2-4003-9C29-A7852F811DDD}" type="presParOf" srcId="{ED51377D-B309-49DE-8B94-B91F47EDB10E}" destId="{37A75372-73FF-45DB-8C34-F5D63888FC7D}" srcOrd="3" destOrd="0" presId="urn:microsoft.com/office/officeart/2005/8/layout/venn1"/>
    <dgm:cxn modelId="{0A5C7AE1-3365-41D1-8924-02AD9B21E36D}" type="presParOf" srcId="{ED51377D-B309-49DE-8B94-B91F47EDB10E}" destId="{8D72A62E-60FB-4E7E-B46F-722727082F4D}" srcOrd="4" destOrd="0" presId="urn:microsoft.com/office/officeart/2005/8/layout/venn1"/>
    <dgm:cxn modelId="{6BDC1A72-B42C-4CC4-AA84-226F17F0E01F}" type="presParOf" srcId="{ED51377D-B309-49DE-8B94-B91F47EDB10E}" destId="{4E6D2FBB-79BF-4DBA-A561-AB5DC60649C7}" srcOrd="5" destOrd="0" presId="urn:microsoft.com/office/officeart/2005/8/layout/ven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034D4762-D9FA-4840-AC81-8C92F8EBF886}" type="doc">
      <dgm:prSet loTypeId="urn:microsoft.com/office/officeart/2005/8/layout/radial1" loCatId="cycle" qsTypeId="urn:microsoft.com/office/officeart/2005/8/quickstyle/simple1#4" qsCatId="simple" csTypeId="urn:microsoft.com/office/officeart/2005/8/colors/colorful4#4" csCatId="colorful"/>
      <dgm:spPr/>
      <dgm:t>
        <a:bodyPr/>
        <a:lstStyle/>
        <a:p>
          <a:endParaRPr lang="en-US"/>
        </a:p>
      </dgm:t>
    </dgm:pt>
    <dgm:pt modelId="{95174543-BDFB-42A3-8E4D-3885A35D651B}">
      <dgm:prSet/>
      <dgm:spPr/>
      <dgm:t>
        <a:bodyPr/>
        <a:lstStyle/>
        <a:p>
          <a:r>
            <a:rPr lang="en-US"/>
            <a:t>Support</a:t>
          </a:r>
        </a:p>
      </dgm:t>
    </dgm:pt>
    <dgm:pt modelId="{7E845E9F-54FC-4EDC-ADDD-B301B89E9359}" type="parTrans" cxnId="{BEDEB992-CBD2-4DA1-B087-2C5BB259449D}">
      <dgm:prSet/>
      <dgm:spPr/>
      <dgm:t>
        <a:bodyPr/>
        <a:lstStyle/>
        <a:p>
          <a:endParaRPr lang="en-US"/>
        </a:p>
      </dgm:t>
    </dgm:pt>
    <dgm:pt modelId="{6AD88A4C-6F66-45C6-8523-50D1BBC6AEFB}" type="sibTrans" cxnId="{BEDEB992-CBD2-4DA1-B087-2C5BB259449D}">
      <dgm:prSet/>
      <dgm:spPr/>
      <dgm:t>
        <a:bodyPr/>
        <a:lstStyle/>
        <a:p>
          <a:endParaRPr lang="en-US"/>
        </a:p>
      </dgm:t>
    </dgm:pt>
    <dgm:pt modelId="{18672349-4956-402E-B41C-25CAC7E51C07}">
      <dgm:prSet/>
      <dgm:spPr/>
      <dgm:t>
        <a:bodyPr/>
        <a:lstStyle/>
        <a:p>
          <a:r>
            <a:rPr lang="en-US"/>
            <a:t>IMD 10-20% Students, </a:t>
          </a:r>
        </a:p>
      </dgm:t>
    </dgm:pt>
    <dgm:pt modelId="{FA58750B-904C-4331-BB37-0484509ECD73}" type="parTrans" cxnId="{DB5D4A24-C671-4545-9732-92F246CEFBBE}">
      <dgm:prSet/>
      <dgm:spPr/>
      <dgm:t>
        <a:bodyPr/>
        <a:lstStyle/>
        <a:p>
          <a:endParaRPr lang="en-US"/>
        </a:p>
      </dgm:t>
    </dgm:pt>
    <dgm:pt modelId="{BD69C4C4-E139-46F2-928C-48C901CD82BC}" type="sibTrans" cxnId="{DB5D4A24-C671-4545-9732-92F246CEFBBE}">
      <dgm:prSet/>
      <dgm:spPr/>
      <dgm:t>
        <a:bodyPr/>
        <a:lstStyle/>
        <a:p>
          <a:endParaRPr lang="en-US"/>
        </a:p>
      </dgm:t>
    </dgm:pt>
    <dgm:pt modelId="{3CA44982-ACB9-43AD-B645-E228784E84BD}">
      <dgm:prSet/>
      <dgm:spPr/>
      <dgm:t>
        <a:bodyPr/>
        <a:lstStyle/>
        <a:p>
          <a:r>
            <a:rPr lang="en-US"/>
            <a:t>IMD 30-40% Students, </a:t>
          </a:r>
        </a:p>
      </dgm:t>
    </dgm:pt>
    <dgm:pt modelId="{1EDF0201-0A7E-43D9-BCBE-8944B2B2976C}" type="parTrans" cxnId="{0AE9C341-6900-4BBA-ABFC-56491F3865F8}">
      <dgm:prSet/>
      <dgm:spPr/>
      <dgm:t>
        <a:bodyPr/>
        <a:lstStyle/>
        <a:p>
          <a:endParaRPr lang="en-US"/>
        </a:p>
      </dgm:t>
    </dgm:pt>
    <dgm:pt modelId="{CC8906D8-40F4-4356-A123-D7ACF6260211}" type="sibTrans" cxnId="{0AE9C341-6900-4BBA-ABFC-56491F3865F8}">
      <dgm:prSet/>
      <dgm:spPr/>
      <dgm:t>
        <a:bodyPr/>
        <a:lstStyle/>
        <a:p>
          <a:endParaRPr lang="en-US"/>
        </a:p>
      </dgm:t>
    </dgm:pt>
    <dgm:pt modelId="{CA5D53BC-5C9B-4981-928A-130F3B8B604E}">
      <dgm:prSet/>
      <dgm:spPr/>
      <dgm:t>
        <a:bodyPr/>
        <a:lstStyle/>
        <a:p>
          <a:r>
            <a:rPr lang="en-US"/>
            <a:t>Students with Highest Education Lower than A Level</a:t>
          </a:r>
        </a:p>
      </dgm:t>
    </dgm:pt>
    <dgm:pt modelId="{27662CEF-C952-4E76-AEBE-DA3F6B2FDEF7}" type="parTrans" cxnId="{A4E3D1F3-F2F3-412C-B787-692E8D8F71F5}">
      <dgm:prSet/>
      <dgm:spPr/>
      <dgm:t>
        <a:bodyPr/>
        <a:lstStyle/>
        <a:p>
          <a:endParaRPr lang="en-US"/>
        </a:p>
      </dgm:t>
    </dgm:pt>
    <dgm:pt modelId="{6105D977-8208-421B-A74C-6B0082440CE2}" type="sibTrans" cxnId="{A4E3D1F3-F2F3-412C-B787-692E8D8F71F5}">
      <dgm:prSet/>
      <dgm:spPr/>
      <dgm:t>
        <a:bodyPr/>
        <a:lstStyle/>
        <a:p>
          <a:endParaRPr lang="en-US"/>
        </a:p>
      </dgm:t>
    </dgm:pt>
    <dgm:pt modelId="{68E37F5B-FC5F-475D-A5E3-2E8289F13319}">
      <dgm:prSet/>
      <dgm:spPr/>
      <dgm:t>
        <a:bodyPr/>
        <a:lstStyle/>
        <a:p>
          <a:r>
            <a:rPr lang="en-US"/>
            <a:t>Students with Highest Education HE Qualification</a:t>
          </a:r>
        </a:p>
      </dgm:t>
    </dgm:pt>
    <dgm:pt modelId="{273123C8-9E4D-4AE5-8DBD-389B28E554C7}" type="parTrans" cxnId="{8546F99E-ED9C-4ECE-8579-3AF63D4FC11A}">
      <dgm:prSet/>
      <dgm:spPr/>
      <dgm:t>
        <a:bodyPr/>
        <a:lstStyle/>
        <a:p>
          <a:endParaRPr lang="en-US"/>
        </a:p>
      </dgm:t>
    </dgm:pt>
    <dgm:pt modelId="{E2E2B56D-CC0B-4F4A-9E0D-6DB929DC2FAF}" type="sibTrans" cxnId="{8546F99E-ED9C-4ECE-8579-3AF63D4FC11A}">
      <dgm:prSet/>
      <dgm:spPr/>
      <dgm:t>
        <a:bodyPr/>
        <a:lstStyle/>
        <a:p>
          <a:endParaRPr lang="en-US"/>
        </a:p>
      </dgm:t>
    </dgm:pt>
    <dgm:pt modelId="{91BA4F07-89B8-425E-861D-CDF3BA96A8AC}">
      <dgm:prSet/>
      <dgm:spPr/>
      <dgm:t>
        <a:bodyPr/>
        <a:lstStyle/>
        <a:p>
          <a:r>
            <a:rPr lang="en-US"/>
            <a:t>Students from South West Region</a:t>
          </a:r>
        </a:p>
      </dgm:t>
    </dgm:pt>
    <dgm:pt modelId="{22612280-E750-40C9-B510-41371C890363}" type="parTrans" cxnId="{C49473C1-D600-42B9-ABB0-908B77EBC55B}">
      <dgm:prSet/>
      <dgm:spPr/>
      <dgm:t>
        <a:bodyPr/>
        <a:lstStyle/>
        <a:p>
          <a:endParaRPr lang="en-US"/>
        </a:p>
      </dgm:t>
    </dgm:pt>
    <dgm:pt modelId="{6C320685-9B62-464F-8453-DF02D8C60279}" type="sibTrans" cxnId="{C49473C1-D600-42B9-ABB0-908B77EBC55B}">
      <dgm:prSet/>
      <dgm:spPr/>
      <dgm:t>
        <a:bodyPr/>
        <a:lstStyle/>
        <a:p>
          <a:endParaRPr lang="en-US"/>
        </a:p>
      </dgm:t>
    </dgm:pt>
    <dgm:pt modelId="{78D53742-EBB0-49C8-B970-D64988C13172}">
      <dgm:prSet/>
      <dgm:spPr/>
      <dgm:t>
        <a:bodyPr/>
        <a:lstStyle/>
        <a:p>
          <a:r>
            <a:rPr lang="en-US"/>
            <a:t>Male Students </a:t>
          </a:r>
        </a:p>
      </dgm:t>
    </dgm:pt>
    <dgm:pt modelId="{29F1C924-1B60-4C6B-BFC8-136272F9C388}" type="parTrans" cxnId="{2DFF3A03-28F5-4A92-BCA9-A1B9AEE55BB7}">
      <dgm:prSet/>
      <dgm:spPr/>
      <dgm:t>
        <a:bodyPr/>
        <a:lstStyle/>
        <a:p>
          <a:endParaRPr lang="en-US"/>
        </a:p>
      </dgm:t>
    </dgm:pt>
    <dgm:pt modelId="{838C2E28-8F02-4374-A0FB-760464BABA37}" type="sibTrans" cxnId="{2DFF3A03-28F5-4A92-BCA9-A1B9AEE55BB7}">
      <dgm:prSet/>
      <dgm:spPr/>
      <dgm:t>
        <a:bodyPr/>
        <a:lstStyle/>
        <a:p>
          <a:endParaRPr lang="en-US"/>
        </a:p>
      </dgm:t>
    </dgm:pt>
    <dgm:pt modelId="{4F34F545-4943-41DB-A6FB-1B6ADFE802B2}">
      <dgm:prSet/>
      <dgm:spPr/>
      <dgm:t>
        <a:bodyPr/>
        <a:lstStyle/>
        <a:p>
          <a:r>
            <a:rPr lang="en-US"/>
            <a:t>Students with Previous Attempts for Class</a:t>
          </a:r>
        </a:p>
      </dgm:t>
    </dgm:pt>
    <dgm:pt modelId="{1334422C-D431-4673-83A7-4EFEDF9D2E6A}" type="parTrans" cxnId="{03E8DD6C-E3E6-497A-A8A0-2F72FB17E010}">
      <dgm:prSet/>
      <dgm:spPr/>
      <dgm:t>
        <a:bodyPr/>
        <a:lstStyle/>
        <a:p>
          <a:endParaRPr lang="en-US"/>
        </a:p>
      </dgm:t>
    </dgm:pt>
    <dgm:pt modelId="{C635A0BE-0F60-4AD7-9E4B-6F39704166B9}" type="sibTrans" cxnId="{03E8DD6C-E3E6-497A-A8A0-2F72FB17E010}">
      <dgm:prSet/>
      <dgm:spPr/>
      <dgm:t>
        <a:bodyPr/>
        <a:lstStyle/>
        <a:p>
          <a:endParaRPr lang="en-US"/>
        </a:p>
      </dgm:t>
    </dgm:pt>
    <dgm:pt modelId="{DB004D02-2775-4BAF-BBA6-4987BD6789DE}" type="pres">
      <dgm:prSet presAssocID="{034D4762-D9FA-4840-AC81-8C92F8EBF886}" presName="cycle" presStyleCnt="0">
        <dgm:presLayoutVars>
          <dgm:chMax val="1"/>
          <dgm:dir/>
          <dgm:animLvl val="ctr"/>
          <dgm:resizeHandles val="exact"/>
        </dgm:presLayoutVars>
      </dgm:prSet>
      <dgm:spPr/>
    </dgm:pt>
    <dgm:pt modelId="{C421EC6E-1AD9-439F-B6E5-437C5F0086BD}" type="pres">
      <dgm:prSet presAssocID="{95174543-BDFB-42A3-8E4D-3885A35D651B}" presName="centerShape" presStyleLbl="node0" presStyleIdx="0" presStyleCnt="1"/>
      <dgm:spPr/>
    </dgm:pt>
    <dgm:pt modelId="{5B85DA2D-8A52-436E-B810-B4B36B7B4453}" type="pres">
      <dgm:prSet presAssocID="{FA58750B-904C-4331-BB37-0484509ECD73}" presName="Name9" presStyleLbl="parChTrans1D2" presStyleIdx="0" presStyleCnt="7"/>
      <dgm:spPr/>
    </dgm:pt>
    <dgm:pt modelId="{6B2BE7C0-FF9C-402E-9DF9-0F80E896E669}" type="pres">
      <dgm:prSet presAssocID="{FA58750B-904C-4331-BB37-0484509ECD73}" presName="connTx" presStyleLbl="parChTrans1D2" presStyleIdx="0" presStyleCnt="7"/>
      <dgm:spPr/>
    </dgm:pt>
    <dgm:pt modelId="{7037056B-52CC-4FAD-A03F-4F4F01AE98E1}" type="pres">
      <dgm:prSet presAssocID="{18672349-4956-402E-B41C-25CAC7E51C07}" presName="node" presStyleLbl="node1" presStyleIdx="0" presStyleCnt="7">
        <dgm:presLayoutVars>
          <dgm:bulletEnabled val="1"/>
        </dgm:presLayoutVars>
      </dgm:prSet>
      <dgm:spPr/>
    </dgm:pt>
    <dgm:pt modelId="{5C3529D7-2F1B-4B87-A66C-26F9560BD84D}" type="pres">
      <dgm:prSet presAssocID="{1EDF0201-0A7E-43D9-BCBE-8944B2B2976C}" presName="Name9" presStyleLbl="parChTrans1D2" presStyleIdx="1" presStyleCnt="7"/>
      <dgm:spPr/>
    </dgm:pt>
    <dgm:pt modelId="{9ECF3339-94FA-4488-8720-4DFED5C26DAF}" type="pres">
      <dgm:prSet presAssocID="{1EDF0201-0A7E-43D9-BCBE-8944B2B2976C}" presName="connTx" presStyleLbl="parChTrans1D2" presStyleIdx="1" presStyleCnt="7"/>
      <dgm:spPr/>
    </dgm:pt>
    <dgm:pt modelId="{33AF0487-6B61-4A9B-B199-FFE0E501FF09}" type="pres">
      <dgm:prSet presAssocID="{3CA44982-ACB9-43AD-B645-E228784E84BD}" presName="node" presStyleLbl="node1" presStyleIdx="1" presStyleCnt="7">
        <dgm:presLayoutVars>
          <dgm:bulletEnabled val="1"/>
        </dgm:presLayoutVars>
      </dgm:prSet>
      <dgm:spPr/>
    </dgm:pt>
    <dgm:pt modelId="{6E451E09-B83F-410D-ACC8-D1F61385417A}" type="pres">
      <dgm:prSet presAssocID="{27662CEF-C952-4E76-AEBE-DA3F6B2FDEF7}" presName="Name9" presStyleLbl="parChTrans1D2" presStyleIdx="2" presStyleCnt="7"/>
      <dgm:spPr/>
    </dgm:pt>
    <dgm:pt modelId="{F213ECE4-A281-42A5-9F49-825AE59D12ED}" type="pres">
      <dgm:prSet presAssocID="{27662CEF-C952-4E76-AEBE-DA3F6B2FDEF7}" presName="connTx" presStyleLbl="parChTrans1D2" presStyleIdx="2" presStyleCnt="7"/>
      <dgm:spPr/>
    </dgm:pt>
    <dgm:pt modelId="{8FB39EE1-E87B-4B19-B64F-0F14993AA462}" type="pres">
      <dgm:prSet presAssocID="{CA5D53BC-5C9B-4981-928A-130F3B8B604E}" presName="node" presStyleLbl="node1" presStyleIdx="2" presStyleCnt="7">
        <dgm:presLayoutVars>
          <dgm:bulletEnabled val="1"/>
        </dgm:presLayoutVars>
      </dgm:prSet>
      <dgm:spPr/>
    </dgm:pt>
    <dgm:pt modelId="{EC64CB44-DC6D-49A6-8C30-2FEDCB501185}" type="pres">
      <dgm:prSet presAssocID="{273123C8-9E4D-4AE5-8DBD-389B28E554C7}" presName="Name9" presStyleLbl="parChTrans1D2" presStyleIdx="3" presStyleCnt="7"/>
      <dgm:spPr/>
    </dgm:pt>
    <dgm:pt modelId="{A5C28E8D-5362-466E-BEB8-75EC634BA743}" type="pres">
      <dgm:prSet presAssocID="{273123C8-9E4D-4AE5-8DBD-389B28E554C7}" presName="connTx" presStyleLbl="parChTrans1D2" presStyleIdx="3" presStyleCnt="7"/>
      <dgm:spPr/>
    </dgm:pt>
    <dgm:pt modelId="{75FAEB85-5289-4C05-958C-26CAD9A09341}" type="pres">
      <dgm:prSet presAssocID="{68E37F5B-FC5F-475D-A5E3-2E8289F13319}" presName="node" presStyleLbl="node1" presStyleIdx="3" presStyleCnt="7">
        <dgm:presLayoutVars>
          <dgm:bulletEnabled val="1"/>
        </dgm:presLayoutVars>
      </dgm:prSet>
      <dgm:spPr/>
    </dgm:pt>
    <dgm:pt modelId="{B29AA07A-2227-4E07-8BF7-C36DAB35F093}" type="pres">
      <dgm:prSet presAssocID="{22612280-E750-40C9-B510-41371C890363}" presName="Name9" presStyleLbl="parChTrans1D2" presStyleIdx="4" presStyleCnt="7"/>
      <dgm:spPr/>
    </dgm:pt>
    <dgm:pt modelId="{FF58F6FC-08D9-45D5-B705-F941EBC4AE81}" type="pres">
      <dgm:prSet presAssocID="{22612280-E750-40C9-B510-41371C890363}" presName="connTx" presStyleLbl="parChTrans1D2" presStyleIdx="4" presStyleCnt="7"/>
      <dgm:spPr/>
    </dgm:pt>
    <dgm:pt modelId="{EE82EB00-D12D-49AB-9952-F9BED43C30D5}" type="pres">
      <dgm:prSet presAssocID="{91BA4F07-89B8-425E-861D-CDF3BA96A8AC}" presName="node" presStyleLbl="node1" presStyleIdx="4" presStyleCnt="7">
        <dgm:presLayoutVars>
          <dgm:bulletEnabled val="1"/>
        </dgm:presLayoutVars>
      </dgm:prSet>
      <dgm:spPr/>
    </dgm:pt>
    <dgm:pt modelId="{FC2C1FB6-82F1-4CFB-A56D-C69D132E8D14}" type="pres">
      <dgm:prSet presAssocID="{29F1C924-1B60-4C6B-BFC8-136272F9C388}" presName="Name9" presStyleLbl="parChTrans1D2" presStyleIdx="5" presStyleCnt="7"/>
      <dgm:spPr/>
    </dgm:pt>
    <dgm:pt modelId="{7D8D223E-A134-46C7-BBE0-806608FF4F92}" type="pres">
      <dgm:prSet presAssocID="{29F1C924-1B60-4C6B-BFC8-136272F9C388}" presName="connTx" presStyleLbl="parChTrans1D2" presStyleIdx="5" presStyleCnt="7"/>
      <dgm:spPr/>
    </dgm:pt>
    <dgm:pt modelId="{FEFB65E6-4337-483E-B4C6-81F0EF308C56}" type="pres">
      <dgm:prSet presAssocID="{78D53742-EBB0-49C8-B970-D64988C13172}" presName="node" presStyleLbl="node1" presStyleIdx="5" presStyleCnt="7">
        <dgm:presLayoutVars>
          <dgm:bulletEnabled val="1"/>
        </dgm:presLayoutVars>
      </dgm:prSet>
      <dgm:spPr/>
    </dgm:pt>
    <dgm:pt modelId="{0B5DD1CE-46FB-4592-B6B4-F7C957122F0D}" type="pres">
      <dgm:prSet presAssocID="{1334422C-D431-4673-83A7-4EFEDF9D2E6A}" presName="Name9" presStyleLbl="parChTrans1D2" presStyleIdx="6" presStyleCnt="7"/>
      <dgm:spPr/>
    </dgm:pt>
    <dgm:pt modelId="{52A9142F-BC53-4C4D-91D7-EAF5BED50D44}" type="pres">
      <dgm:prSet presAssocID="{1334422C-D431-4673-83A7-4EFEDF9D2E6A}" presName="connTx" presStyleLbl="parChTrans1D2" presStyleIdx="6" presStyleCnt="7"/>
      <dgm:spPr/>
    </dgm:pt>
    <dgm:pt modelId="{C00842AC-4477-4868-B007-A6629F9EBDAD}" type="pres">
      <dgm:prSet presAssocID="{4F34F545-4943-41DB-A6FB-1B6ADFE802B2}" presName="node" presStyleLbl="node1" presStyleIdx="6" presStyleCnt="7">
        <dgm:presLayoutVars>
          <dgm:bulletEnabled val="1"/>
        </dgm:presLayoutVars>
      </dgm:prSet>
      <dgm:spPr/>
    </dgm:pt>
  </dgm:ptLst>
  <dgm:cxnLst>
    <dgm:cxn modelId="{B83D6D00-57F5-4586-8013-C22A091721CC}" type="presOf" srcId="{1EDF0201-0A7E-43D9-BCBE-8944B2B2976C}" destId="{9ECF3339-94FA-4488-8720-4DFED5C26DAF}" srcOrd="1" destOrd="0" presId="urn:microsoft.com/office/officeart/2005/8/layout/radial1"/>
    <dgm:cxn modelId="{2DFF3A03-28F5-4A92-BCA9-A1B9AEE55BB7}" srcId="{95174543-BDFB-42A3-8E4D-3885A35D651B}" destId="{78D53742-EBB0-49C8-B970-D64988C13172}" srcOrd="5" destOrd="0" parTransId="{29F1C924-1B60-4C6B-BFC8-136272F9C388}" sibTransId="{838C2E28-8F02-4374-A0FB-760464BABA37}"/>
    <dgm:cxn modelId="{3BCEA504-9544-48FC-88E2-15ACDE4F1342}" type="presOf" srcId="{273123C8-9E4D-4AE5-8DBD-389B28E554C7}" destId="{EC64CB44-DC6D-49A6-8C30-2FEDCB501185}" srcOrd="0" destOrd="0" presId="urn:microsoft.com/office/officeart/2005/8/layout/radial1"/>
    <dgm:cxn modelId="{FF15B706-FF53-4D4D-B111-91E8D6D0BB8A}" type="presOf" srcId="{22612280-E750-40C9-B510-41371C890363}" destId="{B29AA07A-2227-4E07-8BF7-C36DAB35F093}" srcOrd="0" destOrd="0" presId="urn:microsoft.com/office/officeart/2005/8/layout/radial1"/>
    <dgm:cxn modelId="{0DD90E14-85FD-4819-A596-285A99A6FD07}" type="presOf" srcId="{29F1C924-1B60-4C6B-BFC8-136272F9C388}" destId="{FC2C1FB6-82F1-4CFB-A56D-C69D132E8D14}" srcOrd="0" destOrd="0" presId="urn:microsoft.com/office/officeart/2005/8/layout/radial1"/>
    <dgm:cxn modelId="{3705A914-66F1-4FE8-8313-EC498307C7AB}" type="presOf" srcId="{18672349-4956-402E-B41C-25CAC7E51C07}" destId="{7037056B-52CC-4FAD-A03F-4F4F01AE98E1}" srcOrd="0" destOrd="0" presId="urn:microsoft.com/office/officeart/2005/8/layout/radial1"/>
    <dgm:cxn modelId="{54C80315-878D-4E36-94ED-D7BCC0DA5AB7}" type="presOf" srcId="{1EDF0201-0A7E-43D9-BCBE-8944B2B2976C}" destId="{5C3529D7-2F1B-4B87-A66C-26F9560BD84D}" srcOrd="0" destOrd="0" presId="urn:microsoft.com/office/officeart/2005/8/layout/radial1"/>
    <dgm:cxn modelId="{DB5D4A24-C671-4545-9732-92F246CEFBBE}" srcId="{95174543-BDFB-42A3-8E4D-3885A35D651B}" destId="{18672349-4956-402E-B41C-25CAC7E51C07}" srcOrd="0" destOrd="0" parTransId="{FA58750B-904C-4331-BB37-0484509ECD73}" sibTransId="{BD69C4C4-E139-46F2-928C-48C901CD82BC}"/>
    <dgm:cxn modelId="{35C0A028-C312-4E15-AD7A-6A12956D63CE}" type="presOf" srcId="{22612280-E750-40C9-B510-41371C890363}" destId="{FF58F6FC-08D9-45D5-B705-F941EBC4AE81}" srcOrd="1" destOrd="0" presId="urn:microsoft.com/office/officeart/2005/8/layout/radial1"/>
    <dgm:cxn modelId="{818F1430-4CFC-4FA5-B91D-00859EF32703}" type="presOf" srcId="{1334422C-D431-4673-83A7-4EFEDF9D2E6A}" destId="{52A9142F-BC53-4C4D-91D7-EAF5BED50D44}" srcOrd="1" destOrd="0" presId="urn:microsoft.com/office/officeart/2005/8/layout/radial1"/>
    <dgm:cxn modelId="{C84DA55F-DE66-42C7-8BBA-518B9712E186}" type="presOf" srcId="{27662CEF-C952-4E76-AEBE-DA3F6B2FDEF7}" destId="{F213ECE4-A281-42A5-9F49-825AE59D12ED}" srcOrd="1" destOrd="0" presId="urn:microsoft.com/office/officeart/2005/8/layout/radial1"/>
    <dgm:cxn modelId="{89035F41-37DF-4805-8B4E-7FDC45DF50C2}" type="presOf" srcId="{FA58750B-904C-4331-BB37-0484509ECD73}" destId="{6B2BE7C0-FF9C-402E-9DF9-0F80E896E669}" srcOrd="1" destOrd="0" presId="urn:microsoft.com/office/officeart/2005/8/layout/radial1"/>
    <dgm:cxn modelId="{0AE9C341-6900-4BBA-ABFC-56491F3865F8}" srcId="{95174543-BDFB-42A3-8E4D-3885A35D651B}" destId="{3CA44982-ACB9-43AD-B645-E228784E84BD}" srcOrd="1" destOrd="0" parTransId="{1EDF0201-0A7E-43D9-BCBE-8944B2B2976C}" sibTransId="{CC8906D8-40F4-4356-A123-D7ACF6260211}"/>
    <dgm:cxn modelId="{95B1D142-D575-4297-A1B5-A814891E51C2}" type="presOf" srcId="{4F34F545-4943-41DB-A6FB-1B6ADFE802B2}" destId="{C00842AC-4477-4868-B007-A6629F9EBDAD}" srcOrd="0" destOrd="0" presId="urn:microsoft.com/office/officeart/2005/8/layout/radial1"/>
    <dgm:cxn modelId="{60259467-5487-41B1-985A-B66B3F87D53A}" type="presOf" srcId="{29F1C924-1B60-4C6B-BFC8-136272F9C388}" destId="{7D8D223E-A134-46C7-BBE0-806608FF4F92}" srcOrd="1" destOrd="0" presId="urn:microsoft.com/office/officeart/2005/8/layout/radial1"/>
    <dgm:cxn modelId="{03E8DD6C-E3E6-497A-A8A0-2F72FB17E010}" srcId="{95174543-BDFB-42A3-8E4D-3885A35D651B}" destId="{4F34F545-4943-41DB-A6FB-1B6ADFE802B2}" srcOrd="6" destOrd="0" parTransId="{1334422C-D431-4673-83A7-4EFEDF9D2E6A}" sibTransId="{C635A0BE-0F60-4AD7-9E4B-6F39704166B9}"/>
    <dgm:cxn modelId="{998E164F-BBBC-4992-8642-02CD74FD4A35}" type="presOf" srcId="{91BA4F07-89B8-425E-861D-CDF3BA96A8AC}" destId="{EE82EB00-D12D-49AB-9952-F9BED43C30D5}" srcOrd="0" destOrd="0" presId="urn:microsoft.com/office/officeart/2005/8/layout/radial1"/>
    <dgm:cxn modelId="{AB0B9252-7C16-4066-9E71-D1B7BB8117AC}" type="presOf" srcId="{FA58750B-904C-4331-BB37-0484509ECD73}" destId="{5B85DA2D-8A52-436E-B810-B4B36B7B4453}" srcOrd="0" destOrd="0" presId="urn:microsoft.com/office/officeart/2005/8/layout/radial1"/>
    <dgm:cxn modelId="{886C337A-8BC6-4796-8105-CBE7B8CE2A02}" type="presOf" srcId="{1334422C-D431-4673-83A7-4EFEDF9D2E6A}" destId="{0B5DD1CE-46FB-4592-B6B4-F7C957122F0D}" srcOrd="0" destOrd="0" presId="urn:microsoft.com/office/officeart/2005/8/layout/radial1"/>
    <dgm:cxn modelId="{4905F083-05EC-4B08-A92E-DD549548BFB7}" type="presOf" srcId="{95174543-BDFB-42A3-8E4D-3885A35D651B}" destId="{C421EC6E-1AD9-439F-B6E5-437C5F0086BD}" srcOrd="0" destOrd="0" presId="urn:microsoft.com/office/officeart/2005/8/layout/radial1"/>
    <dgm:cxn modelId="{0AC38290-B1F9-4777-B65C-C0FBFDD53F39}" type="presOf" srcId="{68E37F5B-FC5F-475D-A5E3-2E8289F13319}" destId="{75FAEB85-5289-4C05-958C-26CAD9A09341}" srcOrd="0" destOrd="0" presId="urn:microsoft.com/office/officeart/2005/8/layout/radial1"/>
    <dgm:cxn modelId="{BEDEB992-CBD2-4DA1-B087-2C5BB259449D}" srcId="{034D4762-D9FA-4840-AC81-8C92F8EBF886}" destId="{95174543-BDFB-42A3-8E4D-3885A35D651B}" srcOrd="0" destOrd="0" parTransId="{7E845E9F-54FC-4EDC-ADDD-B301B89E9359}" sibTransId="{6AD88A4C-6F66-45C6-8523-50D1BBC6AEFB}"/>
    <dgm:cxn modelId="{2F870396-3668-4625-AFC9-63D60E26194A}" type="presOf" srcId="{27662CEF-C952-4E76-AEBE-DA3F6B2FDEF7}" destId="{6E451E09-B83F-410D-ACC8-D1F61385417A}" srcOrd="0" destOrd="0" presId="urn:microsoft.com/office/officeart/2005/8/layout/radial1"/>
    <dgm:cxn modelId="{2D9A0F9E-4E4D-44C5-A189-13C146D80CD2}" type="presOf" srcId="{034D4762-D9FA-4840-AC81-8C92F8EBF886}" destId="{DB004D02-2775-4BAF-BBA6-4987BD6789DE}" srcOrd="0" destOrd="0" presId="urn:microsoft.com/office/officeart/2005/8/layout/radial1"/>
    <dgm:cxn modelId="{8546F99E-ED9C-4ECE-8579-3AF63D4FC11A}" srcId="{95174543-BDFB-42A3-8E4D-3885A35D651B}" destId="{68E37F5B-FC5F-475D-A5E3-2E8289F13319}" srcOrd="3" destOrd="0" parTransId="{273123C8-9E4D-4AE5-8DBD-389B28E554C7}" sibTransId="{E2E2B56D-CC0B-4F4A-9E0D-6DB929DC2FAF}"/>
    <dgm:cxn modelId="{C49473C1-D600-42B9-ABB0-908B77EBC55B}" srcId="{95174543-BDFB-42A3-8E4D-3885A35D651B}" destId="{91BA4F07-89B8-425E-861D-CDF3BA96A8AC}" srcOrd="4" destOrd="0" parTransId="{22612280-E750-40C9-B510-41371C890363}" sibTransId="{6C320685-9B62-464F-8453-DF02D8C60279}"/>
    <dgm:cxn modelId="{3DA48DCA-5817-49F8-898E-00D8F4CA8836}" type="presOf" srcId="{273123C8-9E4D-4AE5-8DBD-389B28E554C7}" destId="{A5C28E8D-5362-466E-BEB8-75EC634BA743}" srcOrd="1" destOrd="0" presId="urn:microsoft.com/office/officeart/2005/8/layout/radial1"/>
    <dgm:cxn modelId="{59C219CE-958B-46F4-AFA8-2395E403E231}" type="presOf" srcId="{3CA44982-ACB9-43AD-B645-E228784E84BD}" destId="{33AF0487-6B61-4A9B-B199-FFE0E501FF09}" srcOrd="0" destOrd="0" presId="urn:microsoft.com/office/officeart/2005/8/layout/radial1"/>
    <dgm:cxn modelId="{83E583CE-5BF8-42C0-AFC0-93D37C074896}" type="presOf" srcId="{78D53742-EBB0-49C8-B970-D64988C13172}" destId="{FEFB65E6-4337-483E-B4C6-81F0EF308C56}" srcOrd="0" destOrd="0" presId="urn:microsoft.com/office/officeart/2005/8/layout/radial1"/>
    <dgm:cxn modelId="{A4E3D1F3-F2F3-412C-B787-692E8D8F71F5}" srcId="{95174543-BDFB-42A3-8E4D-3885A35D651B}" destId="{CA5D53BC-5C9B-4981-928A-130F3B8B604E}" srcOrd="2" destOrd="0" parTransId="{27662CEF-C952-4E76-AEBE-DA3F6B2FDEF7}" sibTransId="{6105D977-8208-421B-A74C-6B0082440CE2}"/>
    <dgm:cxn modelId="{D38D55FF-E4FF-4D06-B9C2-944184C9F0D9}" type="presOf" srcId="{CA5D53BC-5C9B-4981-928A-130F3B8B604E}" destId="{8FB39EE1-E87B-4B19-B64F-0F14993AA462}" srcOrd="0" destOrd="0" presId="urn:microsoft.com/office/officeart/2005/8/layout/radial1"/>
    <dgm:cxn modelId="{C922D29F-43B6-46FB-9F38-D96F0A153A16}" type="presParOf" srcId="{DB004D02-2775-4BAF-BBA6-4987BD6789DE}" destId="{C421EC6E-1AD9-439F-B6E5-437C5F0086BD}" srcOrd="0" destOrd="0" presId="urn:microsoft.com/office/officeart/2005/8/layout/radial1"/>
    <dgm:cxn modelId="{7A9E2C43-4916-4218-B385-E74731339205}" type="presParOf" srcId="{DB004D02-2775-4BAF-BBA6-4987BD6789DE}" destId="{5B85DA2D-8A52-436E-B810-B4B36B7B4453}" srcOrd="1" destOrd="0" presId="urn:microsoft.com/office/officeart/2005/8/layout/radial1"/>
    <dgm:cxn modelId="{439AC878-8371-4592-BA06-4A3CE06ABA27}" type="presParOf" srcId="{5B85DA2D-8A52-436E-B810-B4B36B7B4453}" destId="{6B2BE7C0-FF9C-402E-9DF9-0F80E896E669}" srcOrd="0" destOrd="0" presId="urn:microsoft.com/office/officeart/2005/8/layout/radial1"/>
    <dgm:cxn modelId="{E8E89E13-1CA4-4818-B516-D12BDD79C5D4}" type="presParOf" srcId="{DB004D02-2775-4BAF-BBA6-4987BD6789DE}" destId="{7037056B-52CC-4FAD-A03F-4F4F01AE98E1}" srcOrd="2" destOrd="0" presId="urn:microsoft.com/office/officeart/2005/8/layout/radial1"/>
    <dgm:cxn modelId="{BD01FA45-1AA8-4CC9-AD88-9867A07A644B}" type="presParOf" srcId="{DB004D02-2775-4BAF-BBA6-4987BD6789DE}" destId="{5C3529D7-2F1B-4B87-A66C-26F9560BD84D}" srcOrd="3" destOrd="0" presId="urn:microsoft.com/office/officeart/2005/8/layout/radial1"/>
    <dgm:cxn modelId="{48DCECD6-4893-401F-A005-458165610178}" type="presParOf" srcId="{5C3529D7-2F1B-4B87-A66C-26F9560BD84D}" destId="{9ECF3339-94FA-4488-8720-4DFED5C26DAF}" srcOrd="0" destOrd="0" presId="urn:microsoft.com/office/officeart/2005/8/layout/radial1"/>
    <dgm:cxn modelId="{DD1386FB-5FB1-45B5-A2E0-2BF0D9F73B65}" type="presParOf" srcId="{DB004D02-2775-4BAF-BBA6-4987BD6789DE}" destId="{33AF0487-6B61-4A9B-B199-FFE0E501FF09}" srcOrd="4" destOrd="0" presId="urn:microsoft.com/office/officeart/2005/8/layout/radial1"/>
    <dgm:cxn modelId="{98784E92-400A-4BB1-B56A-5AB25D16C9C0}" type="presParOf" srcId="{DB004D02-2775-4BAF-BBA6-4987BD6789DE}" destId="{6E451E09-B83F-410D-ACC8-D1F61385417A}" srcOrd="5" destOrd="0" presId="urn:microsoft.com/office/officeart/2005/8/layout/radial1"/>
    <dgm:cxn modelId="{DEE08CCD-A245-4332-A094-AF5E5798DFFB}" type="presParOf" srcId="{6E451E09-B83F-410D-ACC8-D1F61385417A}" destId="{F213ECE4-A281-42A5-9F49-825AE59D12ED}" srcOrd="0" destOrd="0" presId="urn:microsoft.com/office/officeart/2005/8/layout/radial1"/>
    <dgm:cxn modelId="{38719CFD-4EDD-463A-A0A4-D07336B435BA}" type="presParOf" srcId="{DB004D02-2775-4BAF-BBA6-4987BD6789DE}" destId="{8FB39EE1-E87B-4B19-B64F-0F14993AA462}" srcOrd="6" destOrd="0" presId="urn:microsoft.com/office/officeart/2005/8/layout/radial1"/>
    <dgm:cxn modelId="{650F210C-D4F9-4AD2-9281-02F7F39B37DC}" type="presParOf" srcId="{DB004D02-2775-4BAF-BBA6-4987BD6789DE}" destId="{EC64CB44-DC6D-49A6-8C30-2FEDCB501185}" srcOrd="7" destOrd="0" presId="urn:microsoft.com/office/officeart/2005/8/layout/radial1"/>
    <dgm:cxn modelId="{27AFB04F-3583-4CC2-B284-BF9E70AAB31A}" type="presParOf" srcId="{EC64CB44-DC6D-49A6-8C30-2FEDCB501185}" destId="{A5C28E8D-5362-466E-BEB8-75EC634BA743}" srcOrd="0" destOrd="0" presId="urn:microsoft.com/office/officeart/2005/8/layout/radial1"/>
    <dgm:cxn modelId="{44F95424-EF8B-4ABC-AE37-4CE3BBD30A40}" type="presParOf" srcId="{DB004D02-2775-4BAF-BBA6-4987BD6789DE}" destId="{75FAEB85-5289-4C05-958C-26CAD9A09341}" srcOrd="8" destOrd="0" presId="urn:microsoft.com/office/officeart/2005/8/layout/radial1"/>
    <dgm:cxn modelId="{6695597E-7AC5-4ACE-AB12-C35F6F6DEFBA}" type="presParOf" srcId="{DB004D02-2775-4BAF-BBA6-4987BD6789DE}" destId="{B29AA07A-2227-4E07-8BF7-C36DAB35F093}" srcOrd="9" destOrd="0" presId="urn:microsoft.com/office/officeart/2005/8/layout/radial1"/>
    <dgm:cxn modelId="{4D9BE0C0-864F-415D-B86E-17D8667DB020}" type="presParOf" srcId="{B29AA07A-2227-4E07-8BF7-C36DAB35F093}" destId="{FF58F6FC-08D9-45D5-B705-F941EBC4AE81}" srcOrd="0" destOrd="0" presId="urn:microsoft.com/office/officeart/2005/8/layout/radial1"/>
    <dgm:cxn modelId="{7E2596F9-F694-4467-9B09-F4956F6CCDFA}" type="presParOf" srcId="{DB004D02-2775-4BAF-BBA6-4987BD6789DE}" destId="{EE82EB00-D12D-49AB-9952-F9BED43C30D5}" srcOrd="10" destOrd="0" presId="urn:microsoft.com/office/officeart/2005/8/layout/radial1"/>
    <dgm:cxn modelId="{873AD0A8-7EEC-41D0-8C7C-7E71A8F6FC86}" type="presParOf" srcId="{DB004D02-2775-4BAF-BBA6-4987BD6789DE}" destId="{FC2C1FB6-82F1-4CFB-A56D-C69D132E8D14}" srcOrd="11" destOrd="0" presId="urn:microsoft.com/office/officeart/2005/8/layout/radial1"/>
    <dgm:cxn modelId="{C55EA068-5712-4A96-9772-E6DD7D881BAE}" type="presParOf" srcId="{FC2C1FB6-82F1-4CFB-A56D-C69D132E8D14}" destId="{7D8D223E-A134-46C7-BBE0-806608FF4F92}" srcOrd="0" destOrd="0" presId="urn:microsoft.com/office/officeart/2005/8/layout/radial1"/>
    <dgm:cxn modelId="{6C7B7DBB-17E8-447E-AA53-BE64F4456F81}" type="presParOf" srcId="{DB004D02-2775-4BAF-BBA6-4987BD6789DE}" destId="{FEFB65E6-4337-483E-B4C6-81F0EF308C56}" srcOrd="12" destOrd="0" presId="urn:microsoft.com/office/officeart/2005/8/layout/radial1"/>
    <dgm:cxn modelId="{DC690140-7A42-4B22-9B2F-7CB396057286}" type="presParOf" srcId="{DB004D02-2775-4BAF-BBA6-4987BD6789DE}" destId="{0B5DD1CE-46FB-4592-B6B4-F7C957122F0D}" srcOrd="13" destOrd="0" presId="urn:microsoft.com/office/officeart/2005/8/layout/radial1"/>
    <dgm:cxn modelId="{7DE22618-DADF-41BA-864D-E26C386E4AE5}" type="presParOf" srcId="{0B5DD1CE-46FB-4592-B6B4-F7C957122F0D}" destId="{52A9142F-BC53-4C4D-91D7-EAF5BED50D44}" srcOrd="0" destOrd="0" presId="urn:microsoft.com/office/officeart/2005/8/layout/radial1"/>
    <dgm:cxn modelId="{25523C3C-CDE7-4B6A-8A7B-475809A8C4F8}" type="presParOf" srcId="{DB004D02-2775-4BAF-BBA6-4987BD6789DE}" destId="{C00842AC-4477-4868-B007-A6629F9EBDAD}" srcOrd="14" destOrd="0" presId="urn:microsoft.com/office/officeart/2005/8/layout/radial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FB1427BA-3EDB-4F45-B1DE-373159C490C6}" type="doc">
      <dgm:prSet loTypeId="urn:microsoft.com/office/officeart/2005/8/layout/radial4" loCatId="relationship" qsTypeId="urn:microsoft.com/office/officeart/2005/8/quickstyle/simple1#5" qsCatId="simple" csTypeId="urn:microsoft.com/office/officeart/2005/8/colors/colorful3#1" csCatId="colorful" phldr="1"/>
      <dgm:spPr/>
      <dgm:t>
        <a:bodyPr/>
        <a:lstStyle/>
        <a:p>
          <a:endParaRPr lang="en-US"/>
        </a:p>
      </dgm:t>
    </dgm:pt>
    <dgm:pt modelId="{943F4A1D-E7CD-44E2-8B4C-AB07742E28E3}">
      <dgm:prSet phldrT="[Text]"/>
      <dgm:spPr/>
      <dgm:t>
        <a:bodyPr/>
        <a:lstStyle/>
        <a:p>
          <a:r>
            <a:rPr lang="en-US" dirty="0"/>
            <a:t>Limits</a:t>
          </a:r>
        </a:p>
      </dgm:t>
    </dgm:pt>
    <dgm:pt modelId="{8783B95E-F9DF-4DD3-9ED8-0E6710D6AE64}" type="parTrans" cxnId="{1789D1C2-9B0F-4AEA-9A87-E31200EB0149}">
      <dgm:prSet/>
      <dgm:spPr/>
      <dgm:t>
        <a:bodyPr/>
        <a:lstStyle/>
        <a:p>
          <a:endParaRPr lang="en-US"/>
        </a:p>
      </dgm:t>
    </dgm:pt>
    <dgm:pt modelId="{12CEBD7F-369B-4DD0-BF09-B48A6ED48331}" type="sibTrans" cxnId="{1789D1C2-9B0F-4AEA-9A87-E31200EB0149}">
      <dgm:prSet/>
      <dgm:spPr/>
      <dgm:t>
        <a:bodyPr/>
        <a:lstStyle/>
        <a:p>
          <a:endParaRPr lang="en-US"/>
        </a:p>
      </dgm:t>
    </dgm:pt>
    <dgm:pt modelId="{E871F9E6-0764-455D-A77E-4F6EE2345A69}">
      <dgm:prSet phldrT="[Text]"/>
      <dgm:spPr/>
      <dgm:t>
        <a:bodyPr/>
        <a:lstStyle/>
        <a:p>
          <a:r>
            <a:rPr lang="en-US" dirty="0"/>
            <a:t>Limited generalizability due to data being sourced only from OULAD</a:t>
          </a:r>
        </a:p>
      </dgm:t>
    </dgm:pt>
    <dgm:pt modelId="{7767C3C6-566A-449D-A183-8C36BEE02754}" type="parTrans" cxnId="{3671BD8D-7EBF-4C6E-8547-9213A64B1F61}">
      <dgm:prSet/>
      <dgm:spPr/>
      <dgm:t>
        <a:bodyPr/>
        <a:lstStyle/>
        <a:p>
          <a:endParaRPr lang="en-US"/>
        </a:p>
      </dgm:t>
    </dgm:pt>
    <dgm:pt modelId="{13F742A4-810A-4D24-9A5E-FC4BF242CE4F}" type="sibTrans" cxnId="{3671BD8D-7EBF-4C6E-8547-9213A64B1F61}">
      <dgm:prSet/>
      <dgm:spPr/>
      <dgm:t>
        <a:bodyPr/>
        <a:lstStyle/>
        <a:p>
          <a:endParaRPr lang="en-US"/>
        </a:p>
      </dgm:t>
    </dgm:pt>
    <dgm:pt modelId="{5E95CDC6-27D4-41A2-9FA4-17606D990410}">
      <dgm:prSet phldrT="[Text]"/>
      <dgm:spPr/>
      <dgm:t>
        <a:bodyPr/>
        <a:lstStyle/>
        <a:p>
          <a:r>
            <a:rPr lang="en-US" dirty="0"/>
            <a:t>Study only allows for Inferred Recommendations for Mitigation</a:t>
          </a:r>
        </a:p>
      </dgm:t>
    </dgm:pt>
    <dgm:pt modelId="{5D648737-4B7C-4347-87B8-BE0C6B93493F}" type="parTrans" cxnId="{A481AB02-024F-4198-A955-62276E86B2A5}">
      <dgm:prSet/>
      <dgm:spPr/>
      <dgm:t>
        <a:bodyPr/>
        <a:lstStyle/>
        <a:p>
          <a:endParaRPr lang="en-US"/>
        </a:p>
      </dgm:t>
    </dgm:pt>
    <dgm:pt modelId="{F7215689-E82A-45E3-ACAA-636512C06247}" type="sibTrans" cxnId="{A481AB02-024F-4198-A955-62276E86B2A5}">
      <dgm:prSet/>
      <dgm:spPr/>
      <dgm:t>
        <a:bodyPr/>
        <a:lstStyle/>
        <a:p>
          <a:endParaRPr lang="en-US"/>
        </a:p>
      </dgm:t>
    </dgm:pt>
    <dgm:pt modelId="{089EFB7D-0BF6-47A6-B5AA-C7B28269D363}">
      <dgm:prSet phldrT="[Text]"/>
      <dgm:spPr/>
      <dgm:t>
        <a:bodyPr/>
        <a:lstStyle/>
        <a:p>
          <a:r>
            <a:rPr lang="en-US" dirty="0"/>
            <a:t>Multifaceted Student Support Strategy</a:t>
          </a:r>
        </a:p>
      </dgm:t>
    </dgm:pt>
    <dgm:pt modelId="{ED22F45A-3A8D-4BDE-9F2B-4153DFAFBE88}" type="parTrans" cxnId="{ABFDEC1B-7056-4665-B5CD-D2500D602964}">
      <dgm:prSet/>
      <dgm:spPr/>
      <dgm:t>
        <a:bodyPr/>
        <a:lstStyle/>
        <a:p>
          <a:endParaRPr lang="en-US"/>
        </a:p>
      </dgm:t>
    </dgm:pt>
    <dgm:pt modelId="{AF37218F-FD29-447A-9B7D-E3887FC49717}" type="sibTrans" cxnId="{ABFDEC1B-7056-4665-B5CD-D2500D602964}">
      <dgm:prSet/>
      <dgm:spPr/>
      <dgm:t>
        <a:bodyPr/>
        <a:lstStyle/>
        <a:p>
          <a:endParaRPr lang="en-US"/>
        </a:p>
      </dgm:t>
    </dgm:pt>
    <dgm:pt modelId="{7DBD91EA-2CCC-42F3-8CA7-97114012BCF2}" type="pres">
      <dgm:prSet presAssocID="{FB1427BA-3EDB-4F45-B1DE-373159C490C6}" presName="cycle" presStyleCnt="0">
        <dgm:presLayoutVars>
          <dgm:chMax val="1"/>
          <dgm:dir/>
          <dgm:animLvl val="ctr"/>
          <dgm:resizeHandles val="exact"/>
        </dgm:presLayoutVars>
      </dgm:prSet>
      <dgm:spPr/>
    </dgm:pt>
    <dgm:pt modelId="{BC9E9225-0E9B-426A-9E94-8A913C59F344}" type="pres">
      <dgm:prSet presAssocID="{943F4A1D-E7CD-44E2-8B4C-AB07742E28E3}" presName="centerShape" presStyleLbl="node0" presStyleIdx="0" presStyleCnt="1"/>
      <dgm:spPr/>
    </dgm:pt>
    <dgm:pt modelId="{7FC916B7-AA24-4620-8D99-48F6534B9340}" type="pres">
      <dgm:prSet presAssocID="{7767C3C6-566A-449D-A183-8C36BEE02754}" presName="parTrans" presStyleLbl="bgSibTrans2D1" presStyleIdx="0" presStyleCnt="3"/>
      <dgm:spPr/>
    </dgm:pt>
    <dgm:pt modelId="{8EC7B80B-E26A-4914-BC48-E90DB9890246}" type="pres">
      <dgm:prSet presAssocID="{E871F9E6-0764-455D-A77E-4F6EE2345A69}" presName="node" presStyleLbl="node1" presStyleIdx="0" presStyleCnt="3">
        <dgm:presLayoutVars>
          <dgm:bulletEnabled val="1"/>
        </dgm:presLayoutVars>
      </dgm:prSet>
      <dgm:spPr/>
    </dgm:pt>
    <dgm:pt modelId="{BC866FC3-5290-4120-8E54-CE43A8405779}" type="pres">
      <dgm:prSet presAssocID="{5D648737-4B7C-4347-87B8-BE0C6B93493F}" presName="parTrans" presStyleLbl="bgSibTrans2D1" presStyleIdx="1" presStyleCnt="3"/>
      <dgm:spPr/>
    </dgm:pt>
    <dgm:pt modelId="{4A09722D-D72D-4C63-BFD8-94F7C475DEDB}" type="pres">
      <dgm:prSet presAssocID="{5E95CDC6-27D4-41A2-9FA4-17606D990410}" presName="node" presStyleLbl="node1" presStyleIdx="1" presStyleCnt="3">
        <dgm:presLayoutVars>
          <dgm:bulletEnabled val="1"/>
        </dgm:presLayoutVars>
      </dgm:prSet>
      <dgm:spPr/>
    </dgm:pt>
    <dgm:pt modelId="{9C437ADA-5820-4F5B-8B0B-6EF65469A114}" type="pres">
      <dgm:prSet presAssocID="{ED22F45A-3A8D-4BDE-9F2B-4153DFAFBE88}" presName="parTrans" presStyleLbl="bgSibTrans2D1" presStyleIdx="2" presStyleCnt="3"/>
      <dgm:spPr/>
    </dgm:pt>
    <dgm:pt modelId="{E70CC121-CF57-4F34-923F-A7EAE2A4E5E5}" type="pres">
      <dgm:prSet presAssocID="{089EFB7D-0BF6-47A6-B5AA-C7B28269D363}" presName="node" presStyleLbl="node1" presStyleIdx="2" presStyleCnt="3">
        <dgm:presLayoutVars>
          <dgm:bulletEnabled val="1"/>
        </dgm:presLayoutVars>
      </dgm:prSet>
      <dgm:spPr/>
    </dgm:pt>
  </dgm:ptLst>
  <dgm:cxnLst>
    <dgm:cxn modelId="{A481AB02-024F-4198-A955-62276E86B2A5}" srcId="{943F4A1D-E7CD-44E2-8B4C-AB07742E28E3}" destId="{5E95CDC6-27D4-41A2-9FA4-17606D990410}" srcOrd="1" destOrd="0" parTransId="{5D648737-4B7C-4347-87B8-BE0C6B93493F}" sibTransId="{F7215689-E82A-45E3-ACAA-636512C06247}"/>
    <dgm:cxn modelId="{58DA1D14-B094-43A4-984F-E31E4EE7D37C}" type="presOf" srcId="{E871F9E6-0764-455D-A77E-4F6EE2345A69}" destId="{8EC7B80B-E26A-4914-BC48-E90DB9890246}" srcOrd="0" destOrd="0" presId="urn:microsoft.com/office/officeart/2005/8/layout/radial4"/>
    <dgm:cxn modelId="{ABFDEC1B-7056-4665-B5CD-D2500D602964}" srcId="{943F4A1D-E7CD-44E2-8B4C-AB07742E28E3}" destId="{089EFB7D-0BF6-47A6-B5AA-C7B28269D363}" srcOrd="2" destOrd="0" parTransId="{ED22F45A-3A8D-4BDE-9F2B-4153DFAFBE88}" sibTransId="{AF37218F-FD29-447A-9B7D-E3887FC49717}"/>
    <dgm:cxn modelId="{478FA064-9F40-4A52-870C-ED713BC77325}" type="presOf" srcId="{943F4A1D-E7CD-44E2-8B4C-AB07742E28E3}" destId="{BC9E9225-0E9B-426A-9E94-8A913C59F344}" srcOrd="0" destOrd="0" presId="urn:microsoft.com/office/officeart/2005/8/layout/radial4"/>
    <dgm:cxn modelId="{E158BB50-AC33-48C7-B1C0-8CFA71A56881}" type="presOf" srcId="{7767C3C6-566A-449D-A183-8C36BEE02754}" destId="{7FC916B7-AA24-4620-8D99-48F6534B9340}" srcOrd="0" destOrd="0" presId="urn:microsoft.com/office/officeart/2005/8/layout/radial4"/>
    <dgm:cxn modelId="{3671BD8D-7EBF-4C6E-8547-9213A64B1F61}" srcId="{943F4A1D-E7CD-44E2-8B4C-AB07742E28E3}" destId="{E871F9E6-0764-455D-A77E-4F6EE2345A69}" srcOrd="0" destOrd="0" parTransId="{7767C3C6-566A-449D-A183-8C36BEE02754}" sibTransId="{13F742A4-810A-4D24-9A5E-FC4BF242CE4F}"/>
    <dgm:cxn modelId="{CCFF8CA3-B753-408E-BBB8-E64E8F42D91D}" type="presOf" srcId="{FB1427BA-3EDB-4F45-B1DE-373159C490C6}" destId="{7DBD91EA-2CCC-42F3-8CA7-97114012BCF2}" srcOrd="0" destOrd="0" presId="urn:microsoft.com/office/officeart/2005/8/layout/radial4"/>
    <dgm:cxn modelId="{5D2ED6B7-28B3-43EE-8618-5904210AAAA1}" type="presOf" srcId="{5E95CDC6-27D4-41A2-9FA4-17606D990410}" destId="{4A09722D-D72D-4C63-BFD8-94F7C475DEDB}" srcOrd="0" destOrd="0" presId="urn:microsoft.com/office/officeart/2005/8/layout/radial4"/>
    <dgm:cxn modelId="{1789D1C2-9B0F-4AEA-9A87-E31200EB0149}" srcId="{FB1427BA-3EDB-4F45-B1DE-373159C490C6}" destId="{943F4A1D-E7CD-44E2-8B4C-AB07742E28E3}" srcOrd="0" destOrd="0" parTransId="{8783B95E-F9DF-4DD3-9ED8-0E6710D6AE64}" sibTransId="{12CEBD7F-369B-4DD0-BF09-B48A6ED48331}"/>
    <dgm:cxn modelId="{ABC482CD-524E-455B-8D8C-AA94E28B949A}" type="presOf" srcId="{5D648737-4B7C-4347-87B8-BE0C6B93493F}" destId="{BC866FC3-5290-4120-8E54-CE43A8405779}" srcOrd="0" destOrd="0" presId="urn:microsoft.com/office/officeart/2005/8/layout/radial4"/>
    <dgm:cxn modelId="{6D186DCE-E2B9-44DA-965D-20BACEDB7F07}" type="presOf" srcId="{ED22F45A-3A8D-4BDE-9F2B-4153DFAFBE88}" destId="{9C437ADA-5820-4F5B-8B0B-6EF65469A114}" srcOrd="0" destOrd="0" presId="urn:microsoft.com/office/officeart/2005/8/layout/radial4"/>
    <dgm:cxn modelId="{B03FA9E5-DB71-444B-B8D6-0AFD817BBB15}" type="presOf" srcId="{089EFB7D-0BF6-47A6-B5AA-C7B28269D363}" destId="{E70CC121-CF57-4F34-923F-A7EAE2A4E5E5}" srcOrd="0" destOrd="0" presId="urn:microsoft.com/office/officeart/2005/8/layout/radial4"/>
    <dgm:cxn modelId="{C8F75314-9653-4AC0-84E6-351992DF8EAB}" type="presParOf" srcId="{7DBD91EA-2CCC-42F3-8CA7-97114012BCF2}" destId="{BC9E9225-0E9B-426A-9E94-8A913C59F344}" srcOrd="0" destOrd="0" presId="urn:microsoft.com/office/officeart/2005/8/layout/radial4"/>
    <dgm:cxn modelId="{69A54E61-A1E5-40F6-9AE0-08082636C7E4}" type="presParOf" srcId="{7DBD91EA-2CCC-42F3-8CA7-97114012BCF2}" destId="{7FC916B7-AA24-4620-8D99-48F6534B9340}" srcOrd="1" destOrd="0" presId="urn:microsoft.com/office/officeart/2005/8/layout/radial4"/>
    <dgm:cxn modelId="{C862D5BC-ED9C-44AE-B691-E336DAA37DB8}" type="presParOf" srcId="{7DBD91EA-2CCC-42F3-8CA7-97114012BCF2}" destId="{8EC7B80B-E26A-4914-BC48-E90DB9890246}" srcOrd="2" destOrd="0" presId="urn:microsoft.com/office/officeart/2005/8/layout/radial4"/>
    <dgm:cxn modelId="{E954B4EF-5121-4F0A-A30F-E82BA7361C20}" type="presParOf" srcId="{7DBD91EA-2CCC-42F3-8CA7-97114012BCF2}" destId="{BC866FC3-5290-4120-8E54-CE43A8405779}" srcOrd="3" destOrd="0" presId="urn:microsoft.com/office/officeart/2005/8/layout/radial4"/>
    <dgm:cxn modelId="{DC50B4ED-9684-4AB1-A539-ECD37C453217}" type="presParOf" srcId="{7DBD91EA-2CCC-42F3-8CA7-97114012BCF2}" destId="{4A09722D-D72D-4C63-BFD8-94F7C475DEDB}" srcOrd="4" destOrd="0" presId="urn:microsoft.com/office/officeart/2005/8/layout/radial4"/>
    <dgm:cxn modelId="{08775194-4649-437A-92CB-835B254E4D62}" type="presParOf" srcId="{7DBD91EA-2CCC-42F3-8CA7-97114012BCF2}" destId="{9C437ADA-5820-4F5B-8B0B-6EF65469A114}" srcOrd="5" destOrd="0" presId="urn:microsoft.com/office/officeart/2005/8/layout/radial4"/>
    <dgm:cxn modelId="{B0FEDDB7-F172-45E6-9300-9A0BC1B1BAA3}" type="presParOf" srcId="{7DBD91EA-2CCC-42F3-8CA7-97114012BCF2}" destId="{E70CC121-CF57-4F34-923F-A7EAE2A4E5E5}" srcOrd="6" destOrd="0" presId="urn:microsoft.com/office/officeart/2005/8/layout/radial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AC1E122-3F86-4318-BAB0-644B135A87A0}">
      <dsp:nvSpPr>
        <dsp:cNvPr id="0" name=""/>
        <dsp:cNvSpPr/>
      </dsp:nvSpPr>
      <dsp:spPr>
        <a:xfrm>
          <a:off x="1473517" y="46057"/>
          <a:ext cx="2210752" cy="2210752"/>
        </a:xfrm>
        <a:prstGeom prst="ellipse">
          <a:avLst/>
        </a:prstGeom>
        <a:solidFill>
          <a:schemeClr val="accent4">
            <a:alpha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r>
            <a:rPr lang="en-US" sz="1400" b="1" kern="1200" dirty="0"/>
            <a:t>Assessment Dates</a:t>
          </a:r>
        </a:p>
        <a:p>
          <a:pPr marL="0" lvl="0" indent="0" algn="ctr" defTabSz="622300">
            <a:lnSpc>
              <a:spcPct val="90000"/>
            </a:lnSpc>
            <a:spcBef>
              <a:spcPct val="0"/>
            </a:spcBef>
            <a:spcAft>
              <a:spcPct val="35000"/>
            </a:spcAft>
            <a:buNone/>
          </a:pPr>
          <a:r>
            <a:rPr lang="en-US" sz="1100" kern="1200" dirty="0"/>
            <a:t>Check Assessment Dates</a:t>
          </a:r>
        </a:p>
        <a:p>
          <a:pPr marL="0" lvl="0" indent="0" algn="ctr" defTabSz="622300">
            <a:lnSpc>
              <a:spcPct val="90000"/>
            </a:lnSpc>
            <a:spcBef>
              <a:spcPct val="0"/>
            </a:spcBef>
            <a:spcAft>
              <a:spcPct val="35000"/>
            </a:spcAft>
            <a:buNone/>
          </a:pPr>
          <a:r>
            <a:rPr lang="en-US" sz="1100" kern="1200" dirty="0"/>
            <a:t>19, 24, 34, 49, 54, 69</a:t>
          </a:r>
        </a:p>
      </dsp:txBody>
      <dsp:txXfrm>
        <a:off x="1768284" y="432939"/>
        <a:ext cx="1621218" cy="994838"/>
      </dsp:txXfrm>
    </dsp:sp>
    <dsp:sp modelId="{5356132F-3475-491A-8A72-15E1EE744BE8}">
      <dsp:nvSpPr>
        <dsp:cNvPr id="0" name=""/>
        <dsp:cNvSpPr/>
      </dsp:nvSpPr>
      <dsp:spPr>
        <a:xfrm>
          <a:off x="2271230" y="1427777"/>
          <a:ext cx="2210752" cy="2210752"/>
        </a:xfrm>
        <a:prstGeom prst="ellipse">
          <a:avLst/>
        </a:prstGeom>
        <a:solidFill>
          <a:schemeClr val="accent4">
            <a:alpha val="50000"/>
            <a:hueOff val="4900445"/>
            <a:satOff val="-20388"/>
            <a:lumOff val="480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r>
            <a:rPr lang="en-US" sz="1400" b="1" kern="1200" dirty="0"/>
            <a:t>Student Credit</a:t>
          </a:r>
        </a:p>
        <a:p>
          <a:pPr marL="0" lvl="0" indent="0" algn="ctr" defTabSz="622300">
            <a:lnSpc>
              <a:spcPct val="90000"/>
            </a:lnSpc>
            <a:spcBef>
              <a:spcPct val="0"/>
            </a:spcBef>
            <a:spcAft>
              <a:spcPct val="35000"/>
            </a:spcAft>
            <a:buNone/>
          </a:pPr>
          <a:r>
            <a:rPr lang="en-US" sz="1100" kern="1200" dirty="0"/>
            <a:t>Highlight Assessments with Highest Credits</a:t>
          </a:r>
        </a:p>
      </dsp:txBody>
      <dsp:txXfrm>
        <a:off x="2947352" y="1998888"/>
        <a:ext cx="1326451" cy="1215914"/>
      </dsp:txXfrm>
    </dsp:sp>
    <dsp:sp modelId="{8D72A62E-60FB-4E7E-B46F-722727082F4D}">
      <dsp:nvSpPr>
        <dsp:cNvPr id="0" name=""/>
        <dsp:cNvSpPr/>
      </dsp:nvSpPr>
      <dsp:spPr>
        <a:xfrm>
          <a:off x="675803" y="1427777"/>
          <a:ext cx="2210752" cy="2210752"/>
        </a:xfrm>
        <a:prstGeom prst="ellipse">
          <a:avLst/>
        </a:prstGeom>
        <a:solidFill>
          <a:schemeClr val="accent4">
            <a:alpha val="50000"/>
            <a:hueOff val="9800891"/>
            <a:satOff val="-40777"/>
            <a:lumOff val="960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r>
            <a:rPr lang="en-US" sz="1400" b="1" kern="1200" dirty="0"/>
            <a:t>Student Score</a:t>
          </a:r>
        </a:p>
        <a:p>
          <a:pPr marL="0" lvl="0" indent="0" algn="ctr" defTabSz="622300">
            <a:lnSpc>
              <a:spcPct val="90000"/>
            </a:lnSpc>
            <a:spcBef>
              <a:spcPct val="0"/>
            </a:spcBef>
            <a:spcAft>
              <a:spcPct val="35000"/>
            </a:spcAft>
            <a:buNone/>
          </a:pPr>
          <a:r>
            <a:rPr lang="en-US" sz="1100" kern="1200" dirty="0"/>
            <a:t>Check Students with Scores Lower than 72</a:t>
          </a:r>
        </a:p>
      </dsp:txBody>
      <dsp:txXfrm>
        <a:off x="883983" y="1998888"/>
        <a:ext cx="1326451" cy="121591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421EC6E-1AD9-439F-B6E5-437C5F0086BD}">
      <dsp:nvSpPr>
        <dsp:cNvPr id="0" name=""/>
        <dsp:cNvSpPr/>
      </dsp:nvSpPr>
      <dsp:spPr>
        <a:xfrm>
          <a:off x="2113262" y="1434929"/>
          <a:ext cx="956662" cy="956662"/>
        </a:xfrm>
        <a:prstGeom prst="ellipse">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en-US" sz="1500" kern="1200"/>
            <a:t>Support</a:t>
          </a:r>
        </a:p>
      </dsp:txBody>
      <dsp:txXfrm>
        <a:off x="2253362" y="1575029"/>
        <a:ext cx="676462" cy="676462"/>
      </dsp:txXfrm>
    </dsp:sp>
    <dsp:sp modelId="{5B85DA2D-8A52-436E-B810-B4B36B7B4453}">
      <dsp:nvSpPr>
        <dsp:cNvPr id="0" name=""/>
        <dsp:cNvSpPr/>
      </dsp:nvSpPr>
      <dsp:spPr>
        <a:xfrm rot="16200000">
          <a:off x="2353309" y="1180034"/>
          <a:ext cx="476568" cy="33222"/>
        </a:xfrm>
        <a:custGeom>
          <a:avLst/>
          <a:gdLst/>
          <a:ahLst/>
          <a:cxnLst/>
          <a:rect l="0" t="0" r="0" b="0"/>
          <a:pathLst>
            <a:path>
              <a:moveTo>
                <a:pt x="0" y="16611"/>
              </a:moveTo>
              <a:lnTo>
                <a:pt x="476568" y="16611"/>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579679" y="1184731"/>
        <a:ext cx="23828" cy="23828"/>
      </dsp:txXfrm>
    </dsp:sp>
    <dsp:sp modelId="{7037056B-52CC-4FAD-A03F-4F4F01AE98E1}">
      <dsp:nvSpPr>
        <dsp:cNvPr id="0" name=""/>
        <dsp:cNvSpPr/>
      </dsp:nvSpPr>
      <dsp:spPr>
        <a:xfrm>
          <a:off x="2113262" y="1698"/>
          <a:ext cx="956662" cy="956662"/>
        </a:xfrm>
        <a:prstGeom prst="ellipse">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kern="1200"/>
            <a:t>IMD 10-20% Students, </a:t>
          </a:r>
        </a:p>
      </dsp:txBody>
      <dsp:txXfrm>
        <a:off x="2253362" y="141798"/>
        <a:ext cx="676462" cy="676462"/>
      </dsp:txXfrm>
    </dsp:sp>
    <dsp:sp modelId="{5C3529D7-2F1B-4B87-A66C-26F9560BD84D}">
      <dsp:nvSpPr>
        <dsp:cNvPr id="0" name=""/>
        <dsp:cNvSpPr/>
      </dsp:nvSpPr>
      <dsp:spPr>
        <a:xfrm rot="19285714">
          <a:off x="2913582" y="1449847"/>
          <a:ext cx="476568" cy="33222"/>
        </a:xfrm>
        <a:custGeom>
          <a:avLst/>
          <a:gdLst/>
          <a:ahLst/>
          <a:cxnLst/>
          <a:rect l="0" t="0" r="0" b="0"/>
          <a:pathLst>
            <a:path>
              <a:moveTo>
                <a:pt x="0" y="16611"/>
              </a:moveTo>
              <a:lnTo>
                <a:pt x="476568" y="16611"/>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139952" y="1454544"/>
        <a:ext cx="23828" cy="23828"/>
      </dsp:txXfrm>
    </dsp:sp>
    <dsp:sp modelId="{33AF0487-6B61-4A9B-B199-FFE0E501FF09}">
      <dsp:nvSpPr>
        <dsp:cNvPr id="0" name=""/>
        <dsp:cNvSpPr/>
      </dsp:nvSpPr>
      <dsp:spPr>
        <a:xfrm>
          <a:off x="3233808" y="541324"/>
          <a:ext cx="956662" cy="956662"/>
        </a:xfrm>
        <a:prstGeom prst="ellipse">
          <a:avLst/>
        </a:prstGeom>
        <a:solidFill>
          <a:schemeClr val="accent4">
            <a:hueOff val="1633482"/>
            <a:satOff val="-6796"/>
            <a:lumOff val="160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kern="1200"/>
            <a:t>IMD 30-40% Students, </a:t>
          </a:r>
        </a:p>
      </dsp:txBody>
      <dsp:txXfrm>
        <a:off x="3373908" y="681424"/>
        <a:ext cx="676462" cy="676462"/>
      </dsp:txXfrm>
    </dsp:sp>
    <dsp:sp modelId="{6E451E09-B83F-410D-ACC8-D1F61385417A}">
      <dsp:nvSpPr>
        <dsp:cNvPr id="0" name=""/>
        <dsp:cNvSpPr/>
      </dsp:nvSpPr>
      <dsp:spPr>
        <a:xfrm rot="771429">
          <a:off x="3051958" y="2056111"/>
          <a:ext cx="476568" cy="33222"/>
        </a:xfrm>
        <a:custGeom>
          <a:avLst/>
          <a:gdLst/>
          <a:ahLst/>
          <a:cxnLst/>
          <a:rect l="0" t="0" r="0" b="0"/>
          <a:pathLst>
            <a:path>
              <a:moveTo>
                <a:pt x="0" y="16611"/>
              </a:moveTo>
              <a:lnTo>
                <a:pt x="476568" y="16611"/>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278328" y="2060809"/>
        <a:ext cx="23828" cy="23828"/>
      </dsp:txXfrm>
    </dsp:sp>
    <dsp:sp modelId="{8FB39EE1-E87B-4B19-B64F-0F14993AA462}">
      <dsp:nvSpPr>
        <dsp:cNvPr id="0" name=""/>
        <dsp:cNvSpPr/>
      </dsp:nvSpPr>
      <dsp:spPr>
        <a:xfrm>
          <a:off x="3510560" y="1753853"/>
          <a:ext cx="956662" cy="956662"/>
        </a:xfrm>
        <a:prstGeom prst="ellipse">
          <a:avLst/>
        </a:prstGeom>
        <a:solidFill>
          <a:schemeClr val="accent4">
            <a:hueOff val="3266964"/>
            <a:satOff val="-13592"/>
            <a:lumOff val="320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kern="1200"/>
            <a:t>Students with Highest Education Lower than A Level</a:t>
          </a:r>
        </a:p>
      </dsp:txBody>
      <dsp:txXfrm>
        <a:off x="3650660" y="1893953"/>
        <a:ext cx="676462" cy="676462"/>
      </dsp:txXfrm>
    </dsp:sp>
    <dsp:sp modelId="{EC64CB44-DC6D-49A6-8C30-2FEDCB501185}">
      <dsp:nvSpPr>
        <dsp:cNvPr id="0" name=""/>
        <dsp:cNvSpPr/>
      </dsp:nvSpPr>
      <dsp:spPr>
        <a:xfrm rot="3857143">
          <a:off x="2664237" y="2542298"/>
          <a:ext cx="476568" cy="33222"/>
        </a:xfrm>
        <a:custGeom>
          <a:avLst/>
          <a:gdLst/>
          <a:ahLst/>
          <a:cxnLst/>
          <a:rect l="0" t="0" r="0" b="0"/>
          <a:pathLst>
            <a:path>
              <a:moveTo>
                <a:pt x="0" y="16611"/>
              </a:moveTo>
              <a:lnTo>
                <a:pt x="476568" y="16611"/>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890607" y="2546995"/>
        <a:ext cx="23828" cy="23828"/>
      </dsp:txXfrm>
    </dsp:sp>
    <dsp:sp modelId="{75FAEB85-5289-4C05-958C-26CAD9A09341}">
      <dsp:nvSpPr>
        <dsp:cNvPr id="0" name=""/>
        <dsp:cNvSpPr/>
      </dsp:nvSpPr>
      <dsp:spPr>
        <a:xfrm>
          <a:off x="2735118" y="2726226"/>
          <a:ext cx="956662" cy="956662"/>
        </a:xfrm>
        <a:prstGeom prst="ellipse">
          <a:avLst/>
        </a:prstGeom>
        <a:solidFill>
          <a:schemeClr val="accent4">
            <a:hueOff val="4900445"/>
            <a:satOff val="-20388"/>
            <a:lumOff val="480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kern="1200"/>
            <a:t>Students with Highest Education HE Qualification</a:t>
          </a:r>
        </a:p>
      </dsp:txBody>
      <dsp:txXfrm>
        <a:off x="2875218" y="2866326"/>
        <a:ext cx="676462" cy="676462"/>
      </dsp:txXfrm>
    </dsp:sp>
    <dsp:sp modelId="{B29AA07A-2227-4E07-8BF7-C36DAB35F093}">
      <dsp:nvSpPr>
        <dsp:cNvPr id="0" name=""/>
        <dsp:cNvSpPr/>
      </dsp:nvSpPr>
      <dsp:spPr>
        <a:xfrm rot="6942857">
          <a:off x="2042381" y="2542298"/>
          <a:ext cx="476568" cy="33222"/>
        </a:xfrm>
        <a:custGeom>
          <a:avLst/>
          <a:gdLst/>
          <a:ahLst/>
          <a:cxnLst/>
          <a:rect l="0" t="0" r="0" b="0"/>
          <a:pathLst>
            <a:path>
              <a:moveTo>
                <a:pt x="0" y="16611"/>
              </a:moveTo>
              <a:lnTo>
                <a:pt x="476568" y="16611"/>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rot="10800000">
        <a:off x="2268751" y="2546995"/>
        <a:ext cx="23828" cy="23828"/>
      </dsp:txXfrm>
    </dsp:sp>
    <dsp:sp modelId="{EE82EB00-D12D-49AB-9952-F9BED43C30D5}">
      <dsp:nvSpPr>
        <dsp:cNvPr id="0" name=""/>
        <dsp:cNvSpPr/>
      </dsp:nvSpPr>
      <dsp:spPr>
        <a:xfrm>
          <a:off x="1491406" y="2726226"/>
          <a:ext cx="956662" cy="956662"/>
        </a:xfrm>
        <a:prstGeom prst="ellipse">
          <a:avLst/>
        </a:prstGeom>
        <a:solidFill>
          <a:schemeClr val="accent4">
            <a:hueOff val="6533927"/>
            <a:satOff val="-27185"/>
            <a:lumOff val="640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kern="1200"/>
            <a:t>Students from South West Region</a:t>
          </a:r>
        </a:p>
      </dsp:txBody>
      <dsp:txXfrm>
        <a:off x="1631506" y="2866326"/>
        <a:ext cx="676462" cy="676462"/>
      </dsp:txXfrm>
    </dsp:sp>
    <dsp:sp modelId="{FC2C1FB6-82F1-4CFB-A56D-C69D132E8D14}">
      <dsp:nvSpPr>
        <dsp:cNvPr id="0" name=""/>
        <dsp:cNvSpPr/>
      </dsp:nvSpPr>
      <dsp:spPr>
        <a:xfrm rot="10028571">
          <a:off x="1654660" y="2056111"/>
          <a:ext cx="476568" cy="33222"/>
        </a:xfrm>
        <a:custGeom>
          <a:avLst/>
          <a:gdLst/>
          <a:ahLst/>
          <a:cxnLst/>
          <a:rect l="0" t="0" r="0" b="0"/>
          <a:pathLst>
            <a:path>
              <a:moveTo>
                <a:pt x="0" y="16611"/>
              </a:moveTo>
              <a:lnTo>
                <a:pt x="476568" y="16611"/>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rot="10800000">
        <a:off x="1881031" y="2060809"/>
        <a:ext cx="23828" cy="23828"/>
      </dsp:txXfrm>
    </dsp:sp>
    <dsp:sp modelId="{FEFB65E6-4337-483E-B4C6-81F0EF308C56}">
      <dsp:nvSpPr>
        <dsp:cNvPr id="0" name=""/>
        <dsp:cNvSpPr/>
      </dsp:nvSpPr>
      <dsp:spPr>
        <a:xfrm>
          <a:off x="715965" y="1753853"/>
          <a:ext cx="956662" cy="956662"/>
        </a:xfrm>
        <a:prstGeom prst="ellipse">
          <a:avLst/>
        </a:prstGeom>
        <a:solidFill>
          <a:schemeClr val="accent4">
            <a:hueOff val="8167408"/>
            <a:satOff val="-33981"/>
            <a:lumOff val="8007"/>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kern="1200"/>
            <a:t>Male Students </a:t>
          </a:r>
        </a:p>
      </dsp:txBody>
      <dsp:txXfrm>
        <a:off x="856065" y="1893953"/>
        <a:ext cx="676462" cy="676462"/>
      </dsp:txXfrm>
    </dsp:sp>
    <dsp:sp modelId="{0B5DD1CE-46FB-4592-B6B4-F7C957122F0D}">
      <dsp:nvSpPr>
        <dsp:cNvPr id="0" name=""/>
        <dsp:cNvSpPr/>
      </dsp:nvSpPr>
      <dsp:spPr>
        <a:xfrm rot="13114286">
          <a:off x="1793036" y="1449847"/>
          <a:ext cx="476568" cy="33222"/>
        </a:xfrm>
        <a:custGeom>
          <a:avLst/>
          <a:gdLst/>
          <a:ahLst/>
          <a:cxnLst/>
          <a:rect l="0" t="0" r="0" b="0"/>
          <a:pathLst>
            <a:path>
              <a:moveTo>
                <a:pt x="0" y="16611"/>
              </a:moveTo>
              <a:lnTo>
                <a:pt x="476568" y="16611"/>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rot="10800000">
        <a:off x="2019407" y="1454544"/>
        <a:ext cx="23828" cy="23828"/>
      </dsp:txXfrm>
    </dsp:sp>
    <dsp:sp modelId="{C00842AC-4477-4868-B007-A6629F9EBDAD}">
      <dsp:nvSpPr>
        <dsp:cNvPr id="0" name=""/>
        <dsp:cNvSpPr/>
      </dsp:nvSpPr>
      <dsp:spPr>
        <a:xfrm>
          <a:off x="992717" y="541324"/>
          <a:ext cx="956662" cy="956662"/>
        </a:xfrm>
        <a:prstGeom prst="ellipse">
          <a:avLst/>
        </a:prstGeom>
        <a:solidFill>
          <a:schemeClr val="accent4">
            <a:hueOff val="9800891"/>
            <a:satOff val="-40777"/>
            <a:lumOff val="960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kern="1200"/>
            <a:t>Students with Previous Attempts for Class</a:t>
          </a:r>
        </a:p>
      </dsp:txBody>
      <dsp:txXfrm>
        <a:off x="1132817" y="681424"/>
        <a:ext cx="676462" cy="67646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AC1E122-3F86-4318-BAB0-644B135A87A0}">
      <dsp:nvSpPr>
        <dsp:cNvPr id="0" name=""/>
        <dsp:cNvSpPr/>
      </dsp:nvSpPr>
      <dsp:spPr>
        <a:xfrm>
          <a:off x="1473517" y="46057"/>
          <a:ext cx="2210752" cy="2210752"/>
        </a:xfrm>
        <a:prstGeom prst="ellipse">
          <a:avLst/>
        </a:prstGeom>
        <a:solidFill>
          <a:schemeClr val="accent4">
            <a:alpha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r>
            <a:rPr lang="en-US" sz="1400" b="1" kern="1200" dirty="0"/>
            <a:t>Assessment Dates</a:t>
          </a:r>
        </a:p>
        <a:p>
          <a:pPr marL="0" lvl="0" indent="0" algn="ctr" defTabSz="622300">
            <a:lnSpc>
              <a:spcPct val="90000"/>
            </a:lnSpc>
            <a:spcBef>
              <a:spcPct val="0"/>
            </a:spcBef>
            <a:spcAft>
              <a:spcPct val="35000"/>
            </a:spcAft>
            <a:buNone/>
          </a:pPr>
          <a:r>
            <a:rPr lang="en-US" sz="1100" kern="1200" dirty="0"/>
            <a:t>Check Assessment Dates</a:t>
          </a:r>
        </a:p>
        <a:p>
          <a:pPr marL="0" lvl="0" indent="0" algn="ctr" defTabSz="622300">
            <a:lnSpc>
              <a:spcPct val="90000"/>
            </a:lnSpc>
            <a:spcBef>
              <a:spcPct val="0"/>
            </a:spcBef>
            <a:spcAft>
              <a:spcPct val="35000"/>
            </a:spcAft>
            <a:buNone/>
          </a:pPr>
          <a:r>
            <a:rPr lang="en-US" sz="1100" kern="1200" dirty="0"/>
            <a:t>19, 24, 34, 49, 54, 69</a:t>
          </a:r>
        </a:p>
      </dsp:txBody>
      <dsp:txXfrm>
        <a:off x="1768284" y="432939"/>
        <a:ext cx="1621218" cy="994838"/>
      </dsp:txXfrm>
    </dsp:sp>
    <dsp:sp modelId="{5356132F-3475-491A-8A72-15E1EE744BE8}">
      <dsp:nvSpPr>
        <dsp:cNvPr id="0" name=""/>
        <dsp:cNvSpPr/>
      </dsp:nvSpPr>
      <dsp:spPr>
        <a:xfrm>
          <a:off x="2271230" y="1427777"/>
          <a:ext cx="2210752" cy="2210752"/>
        </a:xfrm>
        <a:prstGeom prst="ellipse">
          <a:avLst/>
        </a:prstGeom>
        <a:solidFill>
          <a:schemeClr val="accent4">
            <a:alpha val="50000"/>
            <a:hueOff val="4900445"/>
            <a:satOff val="-20388"/>
            <a:lumOff val="480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r>
            <a:rPr lang="en-US" sz="1400" b="1" kern="1200" dirty="0"/>
            <a:t>Student Credit</a:t>
          </a:r>
        </a:p>
        <a:p>
          <a:pPr marL="0" lvl="0" indent="0" algn="ctr" defTabSz="622300">
            <a:lnSpc>
              <a:spcPct val="90000"/>
            </a:lnSpc>
            <a:spcBef>
              <a:spcPct val="0"/>
            </a:spcBef>
            <a:spcAft>
              <a:spcPct val="35000"/>
            </a:spcAft>
            <a:buNone/>
          </a:pPr>
          <a:r>
            <a:rPr lang="en-US" sz="1100" kern="1200" dirty="0"/>
            <a:t>Highlight Assessments with Highest Credits</a:t>
          </a:r>
        </a:p>
      </dsp:txBody>
      <dsp:txXfrm>
        <a:off x="2947352" y="1998888"/>
        <a:ext cx="1326451" cy="1215914"/>
      </dsp:txXfrm>
    </dsp:sp>
    <dsp:sp modelId="{8D72A62E-60FB-4E7E-B46F-722727082F4D}">
      <dsp:nvSpPr>
        <dsp:cNvPr id="0" name=""/>
        <dsp:cNvSpPr/>
      </dsp:nvSpPr>
      <dsp:spPr>
        <a:xfrm>
          <a:off x="675803" y="1427777"/>
          <a:ext cx="2210752" cy="2210752"/>
        </a:xfrm>
        <a:prstGeom prst="ellipse">
          <a:avLst/>
        </a:prstGeom>
        <a:solidFill>
          <a:schemeClr val="accent4">
            <a:alpha val="50000"/>
            <a:hueOff val="9800891"/>
            <a:satOff val="-40777"/>
            <a:lumOff val="960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r>
            <a:rPr lang="en-US" sz="1400" b="1" kern="1200" dirty="0"/>
            <a:t>Student Score</a:t>
          </a:r>
        </a:p>
        <a:p>
          <a:pPr marL="0" lvl="0" indent="0" algn="ctr" defTabSz="622300">
            <a:lnSpc>
              <a:spcPct val="90000"/>
            </a:lnSpc>
            <a:spcBef>
              <a:spcPct val="0"/>
            </a:spcBef>
            <a:spcAft>
              <a:spcPct val="35000"/>
            </a:spcAft>
            <a:buNone/>
          </a:pPr>
          <a:r>
            <a:rPr lang="en-US" sz="1100" kern="1200" dirty="0"/>
            <a:t>Check Students with Scores Lower than 72</a:t>
          </a:r>
        </a:p>
      </dsp:txBody>
      <dsp:txXfrm>
        <a:off x="883983" y="1998888"/>
        <a:ext cx="1326451" cy="121591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421EC6E-1AD9-439F-B6E5-437C5F0086BD}">
      <dsp:nvSpPr>
        <dsp:cNvPr id="0" name=""/>
        <dsp:cNvSpPr/>
      </dsp:nvSpPr>
      <dsp:spPr>
        <a:xfrm>
          <a:off x="2113262" y="1434929"/>
          <a:ext cx="956662" cy="956662"/>
        </a:xfrm>
        <a:prstGeom prst="ellipse">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en-US" sz="1500" kern="1200"/>
            <a:t>Support</a:t>
          </a:r>
        </a:p>
      </dsp:txBody>
      <dsp:txXfrm>
        <a:off x="2253362" y="1575029"/>
        <a:ext cx="676462" cy="676462"/>
      </dsp:txXfrm>
    </dsp:sp>
    <dsp:sp modelId="{5B85DA2D-8A52-436E-B810-B4B36B7B4453}">
      <dsp:nvSpPr>
        <dsp:cNvPr id="0" name=""/>
        <dsp:cNvSpPr/>
      </dsp:nvSpPr>
      <dsp:spPr>
        <a:xfrm rot="16200000">
          <a:off x="2353309" y="1180034"/>
          <a:ext cx="476568" cy="33222"/>
        </a:xfrm>
        <a:custGeom>
          <a:avLst/>
          <a:gdLst/>
          <a:ahLst/>
          <a:cxnLst/>
          <a:rect l="0" t="0" r="0" b="0"/>
          <a:pathLst>
            <a:path>
              <a:moveTo>
                <a:pt x="0" y="16611"/>
              </a:moveTo>
              <a:lnTo>
                <a:pt x="476568" y="16611"/>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579679" y="1184731"/>
        <a:ext cx="23828" cy="23828"/>
      </dsp:txXfrm>
    </dsp:sp>
    <dsp:sp modelId="{7037056B-52CC-4FAD-A03F-4F4F01AE98E1}">
      <dsp:nvSpPr>
        <dsp:cNvPr id="0" name=""/>
        <dsp:cNvSpPr/>
      </dsp:nvSpPr>
      <dsp:spPr>
        <a:xfrm>
          <a:off x="2113262" y="1698"/>
          <a:ext cx="956662" cy="956662"/>
        </a:xfrm>
        <a:prstGeom prst="ellipse">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kern="1200"/>
            <a:t>IMD 10-20% Students, </a:t>
          </a:r>
        </a:p>
      </dsp:txBody>
      <dsp:txXfrm>
        <a:off x="2253362" y="141798"/>
        <a:ext cx="676462" cy="676462"/>
      </dsp:txXfrm>
    </dsp:sp>
    <dsp:sp modelId="{5C3529D7-2F1B-4B87-A66C-26F9560BD84D}">
      <dsp:nvSpPr>
        <dsp:cNvPr id="0" name=""/>
        <dsp:cNvSpPr/>
      </dsp:nvSpPr>
      <dsp:spPr>
        <a:xfrm rot="19285714">
          <a:off x="2913582" y="1449847"/>
          <a:ext cx="476568" cy="33222"/>
        </a:xfrm>
        <a:custGeom>
          <a:avLst/>
          <a:gdLst/>
          <a:ahLst/>
          <a:cxnLst/>
          <a:rect l="0" t="0" r="0" b="0"/>
          <a:pathLst>
            <a:path>
              <a:moveTo>
                <a:pt x="0" y="16611"/>
              </a:moveTo>
              <a:lnTo>
                <a:pt x="476568" y="16611"/>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139952" y="1454544"/>
        <a:ext cx="23828" cy="23828"/>
      </dsp:txXfrm>
    </dsp:sp>
    <dsp:sp modelId="{33AF0487-6B61-4A9B-B199-FFE0E501FF09}">
      <dsp:nvSpPr>
        <dsp:cNvPr id="0" name=""/>
        <dsp:cNvSpPr/>
      </dsp:nvSpPr>
      <dsp:spPr>
        <a:xfrm>
          <a:off x="3233808" y="541324"/>
          <a:ext cx="956662" cy="956662"/>
        </a:xfrm>
        <a:prstGeom prst="ellipse">
          <a:avLst/>
        </a:prstGeom>
        <a:solidFill>
          <a:schemeClr val="accent4">
            <a:hueOff val="1633482"/>
            <a:satOff val="-6796"/>
            <a:lumOff val="160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kern="1200"/>
            <a:t>IMD 30-40% Students, </a:t>
          </a:r>
        </a:p>
      </dsp:txBody>
      <dsp:txXfrm>
        <a:off x="3373908" y="681424"/>
        <a:ext cx="676462" cy="676462"/>
      </dsp:txXfrm>
    </dsp:sp>
    <dsp:sp modelId="{6E451E09-B83F-410D-ACC8-D1F61385417A}">
      <dsp:nvSpPr>
        <dsp:cNvPr id="0" name=""/>
        <dsp:cNvSpPr/>
      </dsp:nvSpPr>
      <dsp:spPr>
        <a:xfrm rot="771429">
          <a:off x="3051958" y="2056111"/>
          <a:ext cx="476568" cy="33222"/>
        </a:xfrm>
        <a:custGeom>
          <a:avLst/>
          <a:gdLst/>
          <a:ahLst/>
          <a:cxnLst/>
          <a:rect l="0" t="0" r="0" b="0"/>
          <a:pathLst>
            <a:path>
              <a:moveTo>
                <a:pt x="0" y="16611"/>
              </a:moveTo>
              <a:lnTo>
                <a:pt x="476568" y="16611"/>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278328" y="2060809"/>
        <a:ext cx="23828" cy="23828"/>
      </dsp:txXfrm>
    </dsp:sp>
    <dsp:sp modelId="{8FB39EE1-E87B-4B19-B64F-0F14993AA462}">
      <dsp:nvSpPr>
        <dsp:cNvPr id="0" name=""/>
        <dsp:cNvSpPr/>
      </dsp:nvSpPr>
      <dsp:spPr>
        <a:xfrm>
          <a:off x="3510560" y="1753853"/>
          <a:ext cx="956662" cy="956662"/>
        </a:xfrm>
        <a:prstGeom prst="ellipse">
          <a:avLst/>
        </a:prstGeom>
        <a:solidFill>
          <a:schemeClr val="accent4">
            <a:hueOff val="3266964"/>
            <a:satOff val="-13592"/>
            <a:lumOff val="320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kern="1200"/>
            <a:t>Students with Highest Education Lower than A Level</a:t>
          </a:r>
        </a:p>
      </dsp:txBody>
      <dsp:txXfrm>
        <a:off x="3650660" y="1893953"/>
        <a:ext cx="676462" cy="676462"/>
      </dsp:txXfrm>
    </dsp:sp>
    <dsp:sp modelId="{EC64CB44-DC6D-49A6-8C30-2FEDCB501185}">
      <dsp:nvSpPr>
        <dsp:cNvPr id="0" name=""/>
        <dsp:cNvSpPr/>
      </dsp:nvSpPr>
      <dsp:spPr>
        <a:xfrm rot="3857143">
          <a:off x="2664237" y="2542298"/>
          <a:ext cx="476568" cy="33222"/>
        </a:xfrm>
        <a:custGeom>
          <a:avLst/>
          <a:gdLst/>
          <a:ahLst/>
          <a:cxnLst/>
          <a:rect l="0" t="0" r="0" b="0"/>
          <a:pathLst>
            <a:path>
              <a:moveTo>
                <a:pt x="0" y="16611"/>
              </a:moveTo>
              <a:lnTo>
                <a:pt x="476568" y="16611"/>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890607" y="2546995"/>
        <a:ext cx="23828" cy="23828"/>
      </dsp:txXfrm>
    </dsp:sp>
    <dsp:sp modelId="{75FAEB85-5289-4C05-958C-26CAD9A09341}">
      <dsp:nvSpPr>
        <dsp:cNvPr id="0" name=""/>
        <dsp:cNvSpPr/>
      </dsp:nvSpPr>
      <dsp:spPr>
        <a:xfrm>
          <a:off x="2735118" y="2726226"/>
          <a:ext cx="956662" cy="956662"/>
        </a:xfrm>
        <a:prstGeom prst="ellipse">
          <a:avLst/>
        </a:prstGeom>
        <a:solidFill>
          <a:schemeClr val="accent4">
            <a:hueOff val="4900445"/>
            <a:satOff val="-20388"/>
            <a:lumOff val="480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kern="1200"/>
            <a:t>Students with Highest Education HE Qualification</a:t>
          </a:r>
        </a:p>
      </dsp:txBody>
      <dsp:txXfrm>
        <a:off x="2875218" y="2866326"/>
        <a:ext cx="676462" cy="676462"/>
      </dsp:txXfrm>
    </dsp:sp>
    <dsp:sp modelId="{B29AA07A-2227-4E07-8BF7-C36DAB35F093}">
      <dsp:nvSpPr>
        <dsp:cNvPr id="0" name=""/>
        <dsp:cNvSpPr/>
      </dsp:nvSpPr>
      <dsp:spPr>
        <a:xfrm rot="6942857">
          <a:off x="2042381" y="2542298"/>
          <a:ext cx="476568" cy="33222"/>
        </a:xfrm>
        <a:custGeom>
          <a:avLst/>
          <a:gdLst/>
          <a:ahLst/>
          <a:cxnLst/>
          <a:rect l="0" t="0" r="0" b="0"/>
          <a:pathLst>
            <a:path>
              <a:moveTo>
                <a:pt x="0" y="16611"/>
              </a:moveTo>
              <a:lnTo>
                <a:pt x="476568" y="16611"/>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rot="10800000">
        <a:off x="2268751" y="2546995"/>
        <a:ext cx="23828" cy="23828"/>
      </dsp:txXfrm>
    </dsp:sp>
    <dsp:sp modelId="{EE82EB00-D12D-49AB-9952-F9BED43C30D5}">
      <dsp:nvSpPr>
        <dsp:cNvPr id="0" name=""/>
        <dsp:cNvSpPr/>
      </dsp:nvSpPr>
      <dsp:spPr>
        <a:xfrm>
          <a:off x="1491406" y="2726226"/>
          <a:ext cx="956662" cy="956662"/>
        </a:xfrm>
        <a:prstGeom prst="ellipse">
          <a:avLst/>
        </a:prstGeom>
        <a:solidFill>
          <a:schemeClr val="accent4">
            <a:hueOff val="6533927"/>
            <a:satOff val="-27185"/>
            <a:lumOff val="640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kern="1200"/>
            <a:t>Students from South West Region</a:t>
          </a:r>
        </a:p>
      </dsp:txBody>
      <dsp:txXfrm>
        <a:off x="1631506" y="2866326"/>
        <a:ext cx="676462" cy="676462"/>
      </dsp:txXfrm>
    </dsp:sp>
    <dsp:sp modelId="{FC2C1FB6-82F1-4CFB-A56D-C69D132E8D14}">
      <dsp:nvSpPr>
        <dsp:cNvPr id="0" name=""/>
        <dsp:cNvSpPr/>
      </dsp:nvSpPr>
      <dsp:spPr>
        <a:xfrm rot="10028571">
          <a:off x="1654660" y="2056111"/>
          <a:ext cx="476568" cy="33222"/>
        </a:xfrm>
        <a:custGeom>
          <a:avLst/>
          <a:gdLst/>
          <a:ahLst/>
          <a:cxnLst/>
          <a:rect l="0" t="0" r="0" b="0"/>
          <a:pathLst>
            <a:path>
              <a:moveTo>
                <a:pt x="0" y="16611"/>
              </a:moveTo>
              <a:lnTo>
                <a:pt x="476568" y="16611"/>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rot="10800000">
        <a:off x="1881031" y="2060809"/>
        <a:ext cx="23828" cy="23828"/>
      </dsp:txXfrm>
    </dsp:sp>
    <dsp:sp modelId="{FEFB65E6-4337-483E-B4C6-81F0EF308C56}">
      <dsp:nvSpPr>
        <dsp:cNvPr id="0" name=""/>
        <dsp:cNvSpPr/>
      </dsp:nvSpPr>
      <dsp:spPr>
        <a:xfrm>
          <a:off x="715965" y="1753853"/>
          <a:ext cx="956662" cy="956662"/>
        </a:xfrm>
        <a:prstGeom prst="ellipse">
          <a:avLst/>
        </a:prstGeom>
        <a:solidFill>
          <a:schemeClr val="accent4">
            <a:hueOff val="8167408"/>
            <a:satOff val="-33981"/>
            <a:lumOff val="8007"/>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kern="1200"/>
            <a:t>Male Students </a:t>
          </a:r>
        </a:p>
      </dsp:txBody>
      <dsp:txXfrm>
        <a:off x="856065" y="1893953"/>
        <a:ext cx="676462" cy="676462"/>
      </dsp:txXfrm>
    </dsp:sp>
    <dsp:sp modelId="{0B5DD1CE-46FB-4592-B6B4-F7C957122F0D}">
      <dsp:nvSpPr>
        <dsp:cNvPr id="0" name=""/>
        <dsp:cNvSpPr/>
      </dsp:nvSpPr>
      <dsp:spPr>
        <a:xfrm rot="13114286">
          <a:off x="1793036" y="1449847"/>
          <a:ext cx="476568" cy="33222"/>
        </a:xfrm>
        <a:custGeom>
          <a:avLst/>
          <a:gdLst/>
          <a:ahLst/>
          <a:cxnLst/>
          <a:rect l="0" t="0" r="0" b="0"/>
          <a:pathLst>
            <a:path>
              <a:moveTo>
                <a:pt x="0" y="16611"/>
              </a:moveTo>
              <a:lnTo>
                <a:pt x="476568" y="16611"/>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rot="10800000">
        <a:off x="2019407" y="1454544"/>
        <a:ext cx="23828" cy="23828"/>
      </dsp:txXfrm>
    </dsp:sp>
    <dsp:sp modelId="{C00842AC-4477-4868-B007-A6629F9EBDAD}">
      <dsp:nvSpPr>
        <dsp:cNvPr id="0" name=""/>
        <dsp:cNvSpPr/>
      </dsp:nvSpPr>
      <dsp:spPr>
        <a:xfrm>
          <a:off x="992717" y="541324"/>
          <a:ext cx="956662" cy="956662"/>
        </a:xfrm>
        <a:prstGeom prst="ellipse">
          <a:avLst/>
        </a:prstGeom>
        <a:solidFill>
          <a:schemeClr val="accent4">
            <a:hueOff val="9800891"/>
            <a:satOff val="-40777"/>
            <a:lumOff val="960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kern="1200"/>
            <a:t>Students with Previous Attempts for Class</a:t>
          </a:r>
        </a:p>
      </dsp:txBody>
      <dsp:txXfrm>
        <a:off x="1132817" y="681424"/>
        <a:ext cx="676462" cy="676462"/>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C9E9225-0E9B-426A-9E94-8A913C59F344}">
      <dsp:nvSpPr>
        <dsp:cNvPr id="0" name=""/>
        <dsp:cNvSpPr/>
      </dsp:nvSpPr>
      <dsp:spPr>
        <a:xfrm>
          <a:off x="4265184" y="2364917"/>
          <a:ext cx="1985230" cy="1985230"/>
        </a:xfrm>
        <a:prstGeom prst="ellipse">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940" tIns="27940" rIns="27940" bIns="27940" numCol="1" spcCol="1270" anchor="ctr" anchorCtr="0">
          <a:noAutofit/>
        </a:bodyPr>
        <a:lstStyle/>
        <a:p>
          <a:pPr marL="0" lvl="0" indent="0" algn="ctr" defTabSz="1955800">
            <a:lnSpc>
              <a:spcPct val="90000"/>
            </a:lnSpc>
            <a:spcBef>
              <a:spcPct val="0"/>
            </a:spcBef>
            <a:spcAft>
              <a:spcPct val="35000"/>
            </a:spcAft>
            <a:buNone/>
          </a:pPr>
          <a:r>
            <a:rPr lang="en-US" sz="4400" kern="1200" dirty="0"/>
            <a:t>Limits</a:t>
          </a:r>
        </a:p>
      </dsp:txBody>
      <dsp:txXfrm>
        <a:off x="4555914" y="2655647"/>
        <a:ext cx="1403770" cy="1403770"/>
      </dsp:txXfrm>
    </dsp:sp>
    <dsp:sp modelId="{7FC916B7-AA24-4620-8D99-48F6534B9340}">
      <dsp:nvSpPr>
        <dsp:cNvPr id="0" name=""/>
        <dsp:cNvSpPr/>
      </dsp:nvSpPr>
      <dsp:spPr>
        <a:xfrm rot="12900000">
          <a:off x="2988885" y="2018372"/>
          <a:ext cx="1520825" cy="565790"/>
        </a:xfrm>
        <a:prstGeom prst="leftArrow">
          <a:avLst>
            <a:gd name="adj1" fmla="val 60000"/>
            <a:gd name="adj2" fmla="val 5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8EC7B80B-E26A-4914-BC48-E90DB9890246}">
      <dsp:nvSpPr>
        <dsp:cNvPr id="0" name=""/>
        <dsp:cNvSpPr/>
      </dsp:nvSpPr>
      <dsp:spPr>
        <a:xfrm>
          <a:off x="2183419" y="1110725"/>
          <a:ext cx="1885968" cy="1508775"/>
        </a:xfrm>
        <a:prstGeom prst="roundRect">
          <a:avLst>
            <a:gd name="adj" fmla="val 10000"/>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385" tIns="32385" rIns="32385" bIns="32385" numCol="1" spcCol="1270" anchor="ctr" anchorCtr="0">
          <a:noAutofit/>
        </a:bodyPr>
        <a:lstStyle/>
        <a:p>
          <a:pPr marL="0" lvl="0" indent="0" algn="ctr" defTabSz="755650">
            <a:lnSpc>
              <a:spcPct val="90000"/>
            </a:lnSpc>
            <a:spcBef>
              <a:spcPct val="0"/>
            </a:spcBef>
            <a:spcAft>
              <a:spcPct val="35000"/>
            </a:spcAft>
            <a:buNone/>
          </a:pPr>
          <a:r>
            <a:rPr lang="en-US" sz="1700" kern="1200" dirty="0"/>
            <a:t>Limited generalizability due to data being sourced only from OULAD</a:t>
          </a:r>
        </a:p>
      </dsp:txBody>
      <dsp:txXfrm>
        <a:off x="2227610" y="1154916"/>
        <a:ext cx="1797586" cy="1420393"/>
      </dsp:txXfrm>
    </dsp:sp>
    <dsp:sp modelId="{BC866FC3-5290-4120-8E54-CE43A8405779}">
      <dsp:nvSpPr>
        <dsp:cNvPr id="0" name=""/>
        <dsp:cNvSpPr/>
      </dsp:nvSpPr>
      <dsp:spPr>
        <a:xfrm rot="16200000">
          <a:off x="4497387" y="1233095"/>
          <a:ext cx="1520825" cy="565790"/>
        </a:xfrm>
        <a:prstGeom prst="leftArrow">
          <a:avLst>
            <a:gd name="adj1" fmla="val 60000"/>
            <a:gd name="adj2" fmla="val 50000"/>
          </a:avLst>
        </a:prstGeom>
        <a:solidFill>
          <a:schemeClr val="accent3">
            <a:hueOff val="1355300"/>
            <a:satOff val="50000"/>
            <a:lumOff val="-7353"/>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4A09722D-D72D-4C63-BFD8-94F7C475DEDB}">
      <dsp:nvSpPr>
        <dsp:cNvPr id="0" name=""/>
        <dsp:cNvSpPr/>
      </dsp:nvSpPr>
      <dsp:spPr>
        <a:xfrm>
          <a:off x="4314815" y="1190"/>
          <a:ext cx="1885968" cy="1508775"/>
        </a:xfrm>
        <a:prstGeom prst="roundRect">
          <a:avLst>
            <a:gd name="adj" fmla="val 10000"/>
          </a:avLst>
        </a:prstGeom>
        <a:solidFill>
          <a:schemeClr val="accent3">
            <a:hueOff val="1355300"/>
            <a:satOff val="50000"/>
            <a:lumOff val="-735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385" tIns="32385" rIns="32385" bIns="32385" numCol="1" spcCol="1270" anchor="ctr" anchorCtr="0">
          <a:noAutofit/>
        </a:bodyPr>
        <a:lstStyle/>
        <a:p>
          <a:pPr marL="0" lvl="0" indent="0" algn="ctr" defTabSz="755650">
            <a:lnSpc>
              <a:spcPct val="90000"/>
            </a:lnSpc>
            <a:spcBef>
              <a:spcPct val="0"/>
            </a:spcBef>
            <a:spcAft>
              <a:spcPct val="35000"/>
            </a:spcAft>
            <a:buNone/>
          </a:pPr>
          <a:r>
            <a:rPr lang="en-US" sz="1700" kern="1200" dirty="0"/>
            <a:t>Study only allows for Inferred Recommendations for Mitigation</a:t>
          </a:r>
        </a:p>
      </dsp:txBody>
      <dsp:txXfrm>
        <a:off x="4359006" y="45381"/>
        <a:ext cx="1797586" cy="1420393"/>
      </dsp:txXfrm>
    </dsp:sp>
    <dsp:sp modelId="{9C437ADA-5820-4F5B-8B0B-6EF65469A114}">
      <dsp:nvSpPr>
        <dsp:cNvPr id="0" name=""/>
        <dsp:cNvSpPr/>
      </dsp:nvSpPr>
      <dsp:spPr>
        <a:xfrm rot="19500000">
          <a:off x="6005889" y="2018372"/>
          <a:ext cx="1520825" cy="565790"/>
        </a:xfrm>
        <a:prstGeom prst="leftArrow">
          <a:avLst>
            <a:gd name="adj1" fmla="val 60000"/>
            <a:gd name="adj2" fmla="val 50000"/>
          </a:avLst>
        </a:prstGeom>
        <a:solidFill>
          <a:schemeClr val="accent3">
            <a:hueOff val="2710599"/>
            <a:satOff val="100000"/>
            <a:lumOff val="-14706"/>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E70CC121-CF57-4F34-923F-A7EAE2A4E5E5}">
      <dsp:nvSpPr>
        <dsp:cNvPr id="0" name=""/>
        <dsp:cNvSpPr/>
      </dsp:nvSpPr>
      <dsp:spPr>
        <a:xfrm>
          <a:off x="6446211" y="1110725"/>
          <a:ext cx="1885968" cy="1508775"/>
        </a:xfrm>
        <a:prstGeom prst="roundRect">
          <a:avLst>
            <a:gd name="adj" fmla="val 10000"/>
          </a:avLst>
        </a:prstGeom>
        <a:solidFill>
          <a:schemeClr val="accent3">
            <a:hueOff val="2710599"/>
            <a:satOff val="100000"/>
            <a:lumOff val="-1470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385" tIns="32385" rIns="32385" bIns="32385" numCol="1" spcCol="1270" anchor="ctr" anchorCtr="0">
          <a:noAutofit/>
        </a:bodyPr>
        <a:lstStyle/>
        <a:p>
          <a:pPr marL="0" lvl="0" indent="0" algn="ctr" defTabSz="755650">
            <a:lnSpc>
              <a:spcPct val="90000"/>
            </a:lnSpc>
            <a:spcBef>
              <a:spcPct val="0"/>
            </a:spcBef>
            <a:spcAft>
              <a:spcPct val="35000"/>
            </a:spcAft>
            <a:buNone/>
          </a:pPr>
          <a:r>
            <a:rPr lang="en-US" sz="1700" kern="1200" dirty="0"/>
            <a:t>Multifaceted Student Support Strategy</a:t>
          </a:r>
        </a:p>
      </dsp:txBody>
      <dsp:txXfrm>
        <a:off x="6490402" y="1154916"/>
        <a:ext cx="1797586" cy="1420393"/>
      </dsp:txXfrm>
    </dsp:sp>
  </dsp:spTree>
</dsp:drawing>
</file>

<file path=ppt/diagrams/layout1.xml><?xml version="1.0" encoding="utf-8"?>
<dgm:layoutDef xmlns:dgm="http://schemas.openxmlformats.org/drawingml/2006/diagram" xmlns:a="http://schemas.openxmlformats.org/drawingml/2006/main" uniqueId="urn:microsoft.com/office/officeart/2005/8/layout/venn1">
  <dgm:title val=""/>
  <dgm:desc val=""/>
  <dgm:catLst>
    <dgm:cat type="relationship" pri="28000"/>
    <dgm:cat type="convert" pri="19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Lst>
      <dgm:cxnLst>
        <dgm:cxn modelId="7" srcId="0" destId="1" srcOrd="0" destOrd="0"/>
        <dgm:cxn modelId="8" srcId="0" destId="2" srcOrd="1" destOrd="0"/>
        <dgm:cxn modelId="9" srcId="0" destId="3" srcOrd="2" destOrd="0"/>
        <dgm:cxn modelId="10" srcId="0" destId="4" srcOrd="3" destOrd="0"/>
      </dgm:cxnLst>
      <dgm:bg/>
      <dgm:whole/>
    </dgm:dataModel>
  </dgm:clrData>
  <dgm:layoutNode name="compositeShape">
    <dgm:varLst>
      <dgm:chMax val="7"/>
      <dgm:dir/>
      <dgm:resizeHandles val="exact"/>
    </dgm:varLst>
    <dgm:choose name="Name0">
      <dgm:if name="Name1" axis="ch" ptType="node" func="cnt" op="equ" val="1">
        <dgm:alg type="composite">
          <dgm:param type="ar" val="1"/>
        </dgm:alg>
      </dgm:if>
      <dgm:if name="Name2" axis="ch" ptType="node" func="cnt" op="equ" val="2">
        <dgm:alg type="composite">
          <dgm:param type="ar" val="1.792"/>
        </dgm:alg>
      </dgm:if>
      <dgm:if name="Name3" axis="ch" ptType="node" func="cnt" op="equ" val="3">
        <dgm:alg type="composite">
          <dgm:param type="ar" val="1"/>
        </dgm:alg>
      </dgm:if>
      <dgm:if name="Name4" axis="ch" ptType="node" func="cnt" op="equ" val="4">
        <dgm:alg type="composite">
          <dgm:param type="ar" val="1"/>
        </dgm:alg>
      </dgm:if>
      <dgm:if name="Name5" axis="ch" ptType="node" func="cnt" op="equ" val="5">
        <dgm:alg type="composite">
          <dgm:param type="ar" val="1.4"/>
        </dgm:alg>
      </dgm:if>
      <dgm:if name="Name6" axis="ch" ptType="node" func="cnt" op="equ" val="6">
        <dgm:alg type="composite">
          <dgm:param type="ar" val="1.285"/>
        </dgm:alg>
      </dgm:if>
      <dgm:if name="Name7" axis="ch" ptType="node" func="cnt" op="equ" val="7">
        <dgm:alg type="composite">
          <dgm:param type="ar" val="1.359"/>
        </dgm:alg>
      </dgm:if>
      <dgm:else name="Name8">
        <dgm:alg type="composite">
          <dgm:param type="ar" val="1.359"/>
        </dgm:alg>
      </dgm:else>
    </dgm:choose>
    <dgm:shape xmlns:r="http://schemas.openxmlformats.org/officeDocument/2006/relationships" r:blip="">
      <dgm:adjLst/>
    </dgm:shape>
    <dgm:presOf/>
    <dgm:choose name="Name9">
      <dgm:if name="Name10" axis="ch" ptType="node" func="cnt" op="equ" val="1">
        <dgm:constrLst>
          <dgm:constr type="ctrX" for="ch" forName="circ1TxSh" refType="w" fact="0.5"/>
          <dgm:constr type="ctrY" for="ch" forName="circ1TxSh" refType="h" fact="0.5"/>
          <dgm:constr type="w" for="ch" forName="circ1TxSh" refType="w"/>
          <dgm:constr type="h" for="ch" forName="circ1TxSh" refType="h"/>
          <dgm:constr type="primFontSz" for="ch" ptType="node" op="equ"/>
        </dgm:constrLst>
      </dgm:if>
      <dgm:if name="Name11" axis="ch" ptType="node" func="cnt" op="equ" val="2">
        <dgm:constrLst>
          <dgm:constr type="ctrX" for="ch" forName="circ1" refType="w" fact="0.3"/>
          <dgm:constr type="ctrY" for="ch" forName="circ1" refType="h" fact="0.5"/>
          <dgm:constr type="w" for="ch" forName="circ1" refType="w" fact="0.555"/>
          <dgm:constr type="h" for="ch" forName="circ1" refType="h" fact="0.99456"/>
          <dgm:constr type="l" for="ch" forName="circ1Tx" refType="w" fact="0.1"/>
          <dgm:constr type="t" for="ch" forName="circ1Tx" refType="h" fact="0.12"/>
          <dgm:constr type="w" for="ch" forName="circ1Tx" refType="w" fact="0.32"/>
          <dgm:constr type="h" for="ch" forName="circ1Tx" refType="h" fact="0.76"/>
          <dgm:constr type="ctrX" for="ch" forName="circ2" refType="w" fact="0.7"/>
          <dgm:constr type="ctrY" for="ch" forName="circ2" refType="h" fact="0.5"/>
          <dgm:constr type="w" for="ch" forName="circ2" refType="w" fact="0.555"/>
          <dgm:constr type="h" for="ch" forName="circ2" refType="h" fact="0.99456"/>
          <dgm:constr type="l" for="ch" forName="circ2Tx" refType="w" fact="0.58"/>
          <dgm:constr type="t" for="ch" forName="circ2Tx" refType="h" fact="0.12"/>
          <dgm:constr type="w" for="ch" forName="circ2Tx" refType="w" fact="0.32"/>
          <dgm:constr type="h" for="ch" forName="circ2Tx" refType="h" fact="0.76"/>
          <dgm:constr type="primFontSz" for="ch" ptType="node" op="equ"/>
        </dgm:constrLst>
      </dgm:if>
      <dgm:if name="Name12" axis="ch" ptType="node" func="cnt" op="equ" val="3">
        <dgm:constrLst>
          <dgm:constr type="ctrX" for="ch" forName="circ1" refType="w" fact="0.5"/>
          <dgm:constr type="ctrY" for="ch" forName="circ1" refType="w" fact="0.25"/>
          <dgm:constr type="w" for="ch" forName="circ1" refType="w" fact="0.6"/>
          <dgm:constr type="h" for="ch" forName="circ1" refType="h" fact="0.6"/>
          <dgm:constr type="l" for="ch" forName="circ1Tx" refType="w" fact="0.28"/>
          <dgm:constr type="t" for="ch" forName="circ1Tx" refType="h" fact="0.055"/>
          <dgm:constr type="w" for="ch" forName="circ1Tx" refType="w" fact="0.44"/>
          <dgm:constr type="h" for="ch" forName="circ1Tx" refType="h" fact="0.27"/>
          <dgm:constr type="ctrX" for="ch" forName="circ2" refType="w" fact="0.7165"/>
          <dgm:constr type="ctrY" for="ch" forName="circ2" refType="w" fact="0.625"/>
          <dgm:constr type="w" for="ch" forName="circ2" refType="w" fact="0.6"/>
          <dgm:constr type="h" for="ch" forName="circ2" refType="h" fact="0.6"/>
          <dgm:constr type="l" for="ch" forName="circ2Tx" refType="w" fact="0.6"/>
          <dgm:constr type="t" for="ch" forName="circ2Tx" refType="h" fact="0.48"/>
          <dgm:constr type="w" for="ch" forName="circ2Tx" refType="w" fact="0.36"/>
          <dgm:constr type="h" for="ch" forName="circ2Tx" refType="h" fact="0.33"/>
          <dgm:constr type="ctrX" for="ch" forName="circ3" refType="w" fact="0.2835"/>
          <dgm:constr type="ctrY" for="ch" forName="circ3" refType="w" fact="0.625"/>
          <dgm:constr type="w" for="ch" forName="circ3" refType="w" fact="0.6"/>
          <dgm:constr type="h" for="ch" forName="circ3" refType="h" fact="0.6"/>
          <dgm:constr type="l" for="ch" forName="circ3Tx" refType="w" fact="0.04"/>
          <dgm:constr type="t" for="ch" forName="circ3Tx" refType="h" fact="0.48"/>
          <dgm:constr type="w" for="ch" forName="circ3Tx" refType="w" fact="0.36"/>
          <dgm:constr type="h" for="ch" forName="circ3Tx" refType="h" fact="0.33"/>
          <dgm:constr type="primFontSz" for="ch" ptType="node" op="equ"/>
        </dgm:constrLst>
      </dgm:if>
      <dgm:if name="Name13" axis="ch" ptType="node" func="cnt" op="equ" val="4">
        <dgm:constrLst>
          <dgm:constr type="ctrX" for="ch" forName="circ1" refType="w" fact="0.5"/>
          <dgm:constr type="ctrY" for="ch" forName="circ1" refType="w" fact="0.27"/>
          <dgm:constr type="w" for="ch" forName="circ1" refType="w" fact="0.52"/>
          <dgm:constr type="h" for="ch" forName="circ1" refType="h" fact="0.52"/>
          <dgm:constr type="l" for="ch" forName="circ1Tx" refType="w" fact="0.3"/>
          <dgm:constr type="t" for="ch" forName="circ1Tx" refType="h" fact="0.08"/>
          <dgm:constr type="w" for="ch" forName="circ1Tx" refType="w" fact="0.4"/>
          <dgm:constr type="h" for="ch" forName="circ1Tx" refType="h" fact="0.165"/>
          <dgm:constr type="ctrX" for="ch" forName="circ2" refType="w" fact="0.73"/>
          <dgm:constr type="ctrY" for="ch" forName="circ2" refType="w" fact="0.5"/>
          <dgm:constr type="w" for="ch" forName="circ2" refType="w" fact="0.52"/>
          <dgm:constr type="h" for="ch" forName="circ2" refType="h" fact="0.52"/>
          <dgm:constr type="r" for="ch" forName="circ2Tx" refType="w" fact="0.95"/>
          <dgm:constr type="t" for="ch" forName="circ2Tx" refType="h" fact="0.3"/>
          <dgm:constr type="w" for="ch" forName="circ2Tx" refType="w" fact="0.2"/>
          <dgm:constr type="h" for="ch" forName="circ2Tx" refType="h" fact="0.4"/>
          <dgm:constr type="ctrX" for="ch" forName="circ3" refType="w" fact="0.5"/>
          <dgm:constr type="ctrY" for="ch" forName="circ3" refType="w" fact="0.73"/>
          <dgm:constr type="w" for="ch" forName="circ3" refType="w" fact="0.52"/>
          <dgm:constr type="h" for="ch" forName="circ3" refType="h" fact="0.52"/>
          <dgm:constr type="l" for="ch" forName="circ3Tx" refType="w" fact="0.3"/>
          <dgm:constr type="b" for="ch" forName="circ3Tx" refType="h" fact="0.92"/>
          <dgm:constr type="w" for="ch" forName="circ3Tx" refType="w" fact="0.4"/>
          <dgm:constr type="h" for="ch" forName="circ3Tx" refType="h" fact="0.165"/>
          <dgm:constr type="ctrX" for="ch" forName="circ4" refType="w" fact="0.27"/>
          <dgm:constr type="ctrY" for="ch" forName="circ4" refType="h" fact="0.5"/>
          <dgm:constr type="w" for="ch" forName="circ4" refType="w" fact="0.52"/>
          <dgm:constr type="h" for="ch" forName="circ4" refType="h" fact="0.52"/>
          <dgm:constr type="l" for="ch" forName="circ4Tx" refType="w" fact="0.05"/>
          <dgm:constr type="t" for="ch" forName="circ4Tx" refType="h" fact="0.3"/>
          <dgm:constr type="w" for="ch" forName="circ4Tx" refType="w" fact="0.2"/>
          <dgm:constr type="h" for="ch" forName="circ4Tx" refType="h" fact="0.4"/>
          <dgm:constr type="primFontSz" for="ch" ptType="node" op="equ"/>
        </dgm:constrLst>
      </dgm:if>
      <dgm:if name="Name14" axis="ch" ptType="node" func="cnt" op="equ" val="5">
        <dgm:constrLst>
          <dgm:constr type="ctrX" for="ch" forName="circ1" refType="w" fact="0.5"/>
          <dgm:constr type="ctrY" for="ch" forName="circ1" refType="h" fact="0.46"/>
          <dgm:constr type="w" for="ch" forName="circ1" refType="w" fact="0.25"/>
          <dgm:constr type="h" for="ch" forName="circ1" refType="h" fact="0.35"/>
          <dgm:constr type="l" for="ch" forName="circ1Tx" refType="w" fact="0.355"/>
          <dgm:constr type="t" for="ch" forName="circ1Tx"/>
          <dgm:constr type="w" for="ch" forName="circ1Tx" refType="w" fact="0.29"/>
          <dgm:constr type="h" for="ch" forName="circ1Tx" refType="h" fact="0.235"/>
          <dgm:constr type="ctrX" for="ch" forName="circ2" refType="w" fact="0.5951"/>
          <dgm:constr type="ctrY" for="ch" forName="circ2" refType="h" fact="0.5567"/>
          <dgm:constr type="w" for="ch" forName="circ2" refType="w" fact="0.25"/>
          <dgm:constr type="h" for="ch" forName="circ2" refType="h" fact="0.35"/>
          <dgm:constr type="l" for="ch" forName="circ2Tx" refType="w" fact="0.74"/>
          <dgm:constr type="t" for="ch" forName="circ2Tx" refType="h" fact="0.31"/>
          <dgm:constr type="w" for="ch" forName="circ2Tx" refType="w" fact="0.26"/>
          <dgm:constr type="h" for="ch" forName="circ2Tx" refType="h" fact="0.255"/>
          <dgm:constr type="ctrX" for="ch" forName="circ3" refType="w" fact="0.5588"/>
          <dgm:constr type="ctrY" for="ch" forName="circ3" refType="h" fact="0.7133"/>
          <dgm:constr type="w" for="ch" forName="circ3" refType="w" fact="0.25"/>
          <dgm:constr type="h" for="ch" forName="circ3" refType="h" fact="0.35"/>
          <dgm:constr type="l" for="ch" forName="circ3Tx" refType="w" fact="0.7"/>
          <dgm:constr type="t" for="ch" forName="circ3Tx" refType="h" fact="0.745"/>
          <dgm:constr type="w" for="ch" forName="circ3Tx" refType="w" fact="0.26"/>
          <dgm:constr type="h" for="ch" forName="circ3Tx" refType="h" fact="0.255"/>
          <dgm:constr type="ctrX" for="ch" forName="circ4" refType="w" fact="0.4412"/>
          <dgm:constr type="ctrY" for="ch" forName="circ4" refType="h" fact="0.7133"/>
          <dgm:constr type="w" for="ch" forName="circ4" refType="w" fact="0.25"/>
          <dgm:constr type="h" for="ch" forName="circ4" refType="h" fact="0.35"/>
          <dgm:constr type="l" for="ch" forName="circ4Tx" refType="w" fact="0.04"/>
          <dgm:constr type="t" for="ch" forName="circ4Tx" refType="h" fact="0.745"/>
          <dgm:constr type="w" for="ch" forName="circ4Tx" refType="w" fact="0.26"/>
          <dgm:constr type="h" for="ch" forName="circ4Tx" refType="h" fact="0.255"/>
          <dgm:constr type="ctrX" for="ch" forName="circ5" refType="w" fact="0.4049"/>
          <dgm:constr type="ctrY" for="ch" forName="circ5" refType="h" fact="0.5567"/>
          <dgm:constr type="w" for="ch" forName="circ5" refType="w" fact="0.25"/>
          <dgm:constr type="h" for="ch" forName="circ5" refType="h" fact="0.35"/>
          <dgm:constr type="l" for="ch" forName="circ5Tx"/>
          <dgm:constr type="t" for="ch" forName="circ5Tx" refType="h" fact="0.31"/>
          <dgm:constr type="w" for="ch" forName="circ5Tx" refType="w" fact="0.26"/>
          <dgm:constr type="h" for="ch" forName="circ5Tx" refType="h" fact="0.255"/>
          <dgm:constr type="primFontSz" for="ch" ptType="node" op="equ"/>
        </dgm:constrLst>
      </dgm:if>
      <dgm:if name="Name15" axis="ch" ptType="node" func="cnt" op="equ" val="6">
        <dgm:constrLst>
          <dgm:constr type="ctrX" for="ch" forName="circ1" refType="w" fact="0.5"/>
          <dgm:constr type="ctrY" for="ch" forName="circ1" refType="h" fact="0.3844"/>
          <dgm:constr type="w" for="ch" forName="circ1" refType="w" fact="0.24"/>
          <dgm:constr type="h" for="ch" forName="circ1" refType="h" fact="0.3084"/>
          <dgm:constr type="l" for="ch" forName="circ1Tx" refType="w" fact="0.35"/>
          <dgm:constr type="t" for="ch" forName="circ1Tx"/>
          <dgm:constr type="w" for="ch" forName="circ1Tx" refType="w" fact="0.3"/>
          <dgm:constr type="h" for="ch" forName="circ1Tx" refType="h" fact="0.21"/>
          <dgm:constr type="ctrX" for="ch" forName="circ2" refType="w" fact="0.5779"/>
          <dgm:constr type="ctrY" for="ch" forName="circ2" refType="h" fact="0.4422"/>
          <dgm:constr type="w" for="ch" forName="circ2" refType="w" fact="0.24"/>
          <dgm:constr type="h" for="ch" forName="circ2" refType="h" fact="0.3084"/>
          <dgm:constr type="l" for="ch" forName="circ2Tx" refType="w" fact="0.7157"/>
          <dgm:constr type="t" for="ch" forName="circ2Tx" refType="h" fact="0.2"/>
          <dgm:constr type="w" for="ch" forName="circ2Tx" refType="w" fact="0.2843"/>
          <dgm:constr type="h" for="ch" forName="circ2Tx" refType="h" fact="0.23"/>
          <dgm:constr type="ctrX" for="ch" forName="circ3" refType="w" fact="0.5779"/>
          <dgm:constr type="ctrY" for="ch" forName="circ3" refType="h" fact="0.5578"/>
          <dgm:constr type="w" for="ch" forName="circ3" refType="w" fact="0.24"/>
          <dgm:constr type="h" for="ch" forName="circ3" refType="h" fact="0.3084"/>
          <dgm:constr type="l" for="ch" forName="circ3Tx" refType="w" fact="0.7157"/>
          <dgm:constr type="t" for="ch" forName="circ3Tx" refType="h" fact="0.543"/>
          <dgm:constr type="w" for="ch" forName="circ3Tx" refType="w" fact="0.2843"/>
          <dgm:constr type="h" for="ch" forName="circ3Tx" refType="h" fact="0.257"/>
          <dgm:constr type="ctrX" for="ch" forName="circ4" refType="w" fact="0.5"/>
          <dgm:constr type="ctrY" for="ch" forName="circ4" refType="h" fact="0.6157"/>
          <dgm:constr type="w" for="ch" forName="circ4" refType="w" fact="0.24"/>
          <dgm:constr type="h" for="ch" forName="circ4" refType="h" fact="0.3084"/>
          <dgm:constr type="l" for="ch" forName="circ4Tx" refType="w" fact="0.35"/>
          <dgm:constr type="t" for="ch" forName="circ4Tx" refType="h" fact="0.79"/>
          <dgm:constr type="w" for="ch" forName="circ4Tx" refType="w" fact="0.3"/>
          <dgm:constr type="h" for="ch" forName="circ4Tx" refType="h" fact="0.21"/>
          <dgm:constr type="ctrX" for="ch" forName="circ5" refType="w" fact="0.4221"/>
          <dgm:constr type="ctrY" for="ch" forName="circ5" refType="h" fact="0.5578"/>
          <dgm:constr type="w" for="ch" forName="circ5" refType="w" fact="0.24"/>
          <dgm:constr type="h" for="ch" forName="circ5" refType="h" fact="0.3084"/>
          <dgm:constr type="l" for="ch" forName="circ5Tx" refType="w" fact="0"/>
          <dgm:constr type="t" for="ch" forName="circ5Tx" refType="h" fact="0.543"/>
          <dgm:constr type="w" for="ch" forName="circ5Tx" refType="w" fact="0.2843"/>
          <dgm:constr type="h" for="ch" forName="circ5Tx" refType="h" fact="0.257"/>
          <dgm:constr type="ctrX" for="ch" forName="circ6" refType="w" fact="0.4221"/>
          <dgm:constr type="ctrY" for="ch" forName="circ6" refType="h" fact="0.4422"/>
          <dgm:constr type="w" for="ch" forName="circ6" refType="w" fact="0.24"/>
          <dgm:constr type="h" for="ch" forName="circ6" refType="h" fact="0.3084"/>
          <dgm:constr type="l" for="ch" forName="circ6Tx" refType="w" fact="0"/>
          <dgm:constr type="t" for="ch" forName="circ6Tx" refType="h" fact="0.2"/>
          <dgm:constr type="w" for="ch" forName="circ6Tx" refType="w" fact="0.2843"/>
          <dgm:constr type="h" for="ch" forName="circ6Tx" refType="h" fact="0.257"/>
          <dgm:constr type="primFontSz" for="ch" ptType="node" op="equ"/>
        </dgm:constrLst>
      </dgm:if>
      <dgm:else name="Name16">
        <dgm:constrLst>
          <dgm:constr type="ctrX" for="ch" forName="circ1" refType="w" fact="0.5"/>
          <dgm:constr type="ctrY" for="ch" forName="circ1" refType="h" fact="0.4177"/>
          <dgm:constr type="w" for="ch" forName="circ1" refType="w" fact="0.24"/>
          <dgm:constr type="h" for="ch" forName="circ1" refType="h" fact="0.3262"/>
          <dgm:constr type="l" for="ch" forName="circ1Tx" refType="w" fact="0.3625"/>
          <dgm:constr type="t" for="ch" forName="circ1Tx"/>
          <dgm:constr type="w" for="ch" forName="circ1Tx" refType="w" fact="0.275"/>
          <dgm:constr type="h" for="ch" forName="circ1Tx" refType="h" fact="0.2"/>
          <dgm:constr type="ctrX" for="ch" forName="circ2" refType="w" fact="0.5704"/>
          <dgm:constr type="ctrY" for="ch" forName="circ2" refType="h" fact="0.4637"/>
          <dgm:constr type="w" for="ch" forName="circ2" refType="w" fact="0.24"/>
          <dgm:constr type="h" for="ch" forName="circ2" refType="h" fact="0.3262"/>
          <dgm:constr type="l" for="ch" forName="circ2Tx" refType="w" fact="0.72"/>
          <dgm:constr type="t" for="ch" forName="circ2Tx" refType="h" fact="0.19"/>
          <dgm:constr type="w" for="ch" forName="circ2Tx" refType="w" fact="0.26"/>
          <dgm:constr type="h" for="ch" forName="circ2Tx" refType="h" fact="0.22"/>
          <dgm:constr type="ctrX" for="ch" forName="circ3" refType="w" fact="0.5877"/>
          <dgm:constr type="ctrY" for="ch" forName="circ3" refType="h" fact="0.5672"/>
          <dgm:constr type="w" for="ch" forName="circ3" refType="w" fact="0.24"/>
          <dgm:constr type="h" for="ch" forName="circ3" refType="h" fact="0.3262"/>
          <dgm:constr type="l" for="ch" forName="circ3Tx" refType="w" fact="0.745"/>
          <dgm:constr type="t" for="ch" forName="circ3Tx" refType="h" fact="0.47"/>
          <dgm:constr type="w" for="ch" forName="circ3Tx" refType="w" fact="0.255"/>
          <dgm:constr type="h" for="ch" forName="circ3Tx" refType="h" fact="0.235"/>
          <dgm:constr type="ctrX" for="ch" forName="circ4" refType="w" fact="0.539"/>
          <dgm:constr type="ctrY" for="ch" forName="circ4" refType="h" fact="0.6502"/>
          <dgm:constr type="w" for="ch" forName="circ4" refType="w" fact="0.24"/>
          <dgm:constr type="h" for="ch" forName="circ4" refType="h" fact="0.3262"/>
          <dgm:constr type="l" for="ch" forName="circ4Tx" refType="w" fact="0.635"/>
          <dgm:constr type="t" for="ch" forName="circ4Tx" refType="h" fact="0.785"/>
          <dgm:constr type="w" for="ch" forName="circ4Tx" refType="w" fact="0.275"/>
          <dgm:constr type="h" for="ch" forName="circ4Tx" refType="h" fact="0.215"/>
          <dgm:constr type="ctrX" for="ch" forName="circ5" refType="w" fact="0.461"/>
          <dgm:constr type="ctrY" for="ch" forName="circ5" refType="h" fact="0.6502"/>
          <dgm:constr type="w" for="ch" forName="circ5" refType="w" fact="0.24"/>
          <dgm:constr type="h" for="ch" forName="circ5" refType="h" fact="0.3262"/>
          <dgm:constr type="l" for="ch" forName="circ5Tx" refType="w" fact="0.09"/>
          <dgm:constr type="t" for="ch" forName="circ5Tx" refType="h" fact="0.785"/>
          <dgm:constr type="w" for="ch" forName="circ5Tx" refType="w" fact="0.275"/>
          <dgm:constr type="h" for="ch" forName="circ5Tx" refType="h" fact="0.215"/>
          <dgm:constr type="ctrX" for="ch" forName="circ6" refType="w" fact="0.4123"/>
          <dgm:constr type="ctrY" for="ch" forName="circ6" refType="h" fact="0.5672"/>
          <dgm:constr type="w" for="ch" forName="circ6" refType="w" fact="0.24"/>
          <dgm:constr type="h" for="ch" forName="circ6" refType="h" fact="0.3262"/>
          <dgm:constr type="l" for="ch" forName="circ6Tx"/>
          <dgm:constr type="t" for="ch" forName="circ6Tx" refType="h" fact="0.47"/>
          <dgm:constr type="w" for="ch" forName="circ6Tx" refType="w" fact="0.255"/>
          <dgm:constr type="h" for="ch" forName="circ6Tx" refType="h" fact="0.235"/>
          <dgm:constr type="ctrX" for="ch" forName="circ7" refType="w" fact="0.4296"/>
          <dgm:constr type="ctrY" for="ch" forName="circ7" refType="h" fact="0.4637"/>
          <dgm:constr type="w" for="ch" forName="circ7" refType="w" fact="0.24"/>
          <dgm:constr type="h" for="ch" forName="circ7" refType="h" fact="0.3262"/>
          <dgm:constr type="l" for="ch" forName="circ7Tx" refType="w" fact="0.02"/>
          <dgm:constr type="t" for="ch" forName="circ7Tx" refType="h" fact="0.19"/>
          <dgm:constr type="w" for="ch" forName="circ7Tx" refType="w" fact="0.26"/>
          <dgm:constr type="h" for="ch" forName="circ7Tx" refType="h" fact="0.22"/>
          <dgm:constr type="primFontSz" for="ch" ptType="node" op="equ"/>
        </dgm:constrLst>
      </dgm:else>
    </dgm:choose>
    <dgm:ruleLst/>
    <dgm:forEach name="Name17" axis="ch" ptType="node" cnt="1">
      <dgm:choose name="Name18">
        <dgm:if name="Name19" axis="root ch" ptType="all node" func="cnt" op="equ" val="1">
          <dgm:layoutNode name="circ1TxSh" styleLbl="vennNode1">
            <dgm:alg type="tx">
              <dgm:param type="txAnchorHorzCh" val="ctr"/>
              <dgm:param type="txAnchorVertCh" val="mid"/>
            </dgm:alg>
            <dgm:shape xmlns:r="http://schemas.openxmlformats.org/officeDocument/2006/relationships" type="ellipse" r:blip="">
              <dgm:adjLst/>
            </dgm:shape>
            <dgm:choose name="Name20">
              <dgm:if name="Name21" func="var" arg="dir" op="equ" val="norm">
                <dgm:choose name="Name22">
                  <dgm:if name="Name23" axis="root ch" ptType="all node" func="cnt" op="lte" val="4">
                    <dgm:presOf axis="desOrSelf" ptType="node"/>
                  </dgm:if>
                  <dgm:else name="Name24">
                    <dgm:presOf/>
                  </dgm:else>
                </dgm:choose>
              </dgm:if>
              <dgm:else name="Name25">
                <dgm:choose name="Name26">
                  <dgm:if name="Name27" axis="root ch" ptType="all node" func="cnt" op="equ" val="2">
                    <dgm:presOf axis="root ch desOrSelf" ptType="all node node" st="1 2 1" cnt="1 1 0"/>
                  </dgm:if>
                  <dgm:else name="Name28">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if>
        <dgm:else name="Name29">
          <dgm:layoutNode name="circ1" styleLbl="vennNode1">
            <dgm:alg type="sp"/>
            <dgm:shape xmlns:r="http://schemas.openxmlformats.org/officeDocument/2006/relationships" type="ellipse" r:blip="">
              <dgm:adjLst/>
            </dgm:shape>
            <dgm:choose name="Name30">
              <dgm:if name="Name31" func="var" arg="dir" op="equ" val="norm">
                <dgm:choose name="Name32">
                  <dgm:if name="Name33" axis="root ch" ptType="all node" func="cnt" op="lte" val="4">
                    <dgm:presOf axis="desOrSelf" ptType="node"/>
                  </dgm:if>
                  <dgm:else name="Name34">
                    <dgm:presOf/>
                  </dgm:else>
                </dgm:choose>
              </dgm:if>
              <dgm:else name="Name35">
                <dgm:choose name="Name36">
                  <dgm:if name="Name37" axis="root ch" ptType="all node" func="cnt" op="equ" val="2">
                    <dgm:presOf axis="root ch desOrSelf" ptType="all node node" st="1 2 1" cnt="1 1 0"/>
                  </dgm:if>
                  <dgm:else name="Name38">
                    <dgm:choose name="Name39">
                      <dgm:if name="Name40" axis="root ch" ptType="all node" func="cnt" op="lte" val="4">
                        <dgm:presOf axis="desOrSelf" ptType="node"/>
                      </dgm:if>
                      <dgm:else name="Name41">
                        <dgm:presOf/>
                      </dgm:else>
                    </dgm:choose>
                  </dgm:else>
                </dgm:choose>
              </dgm:else>
            </dgm:choose>
            <dgm:constrLst/>
            <dgm:ruleLst/>
          </dgm:layoutNode>
          <dgm:layoutNode name="circ1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42">
              <dgm:if name="Name43" func="var" arg="dir" op="equ" val="norm">
                <dgm:presOf axis="desOrSelf" ptType="node"/>
              </dgm:if>
              <dgm:else name="Name44">
                <dgm:choose name="Name45">
                  <dgm:if name="Name46" axis="root ch" ptType="all node" func="cnt" op="equ" val="2">
                    <dgm:presOf axis="root ch desOrSelf" ptType="all node node" st="1 2 1" cnt="1 1 0"/>
                  </dgm:if>
                  <dgm:else name="Name47">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else>
      </dgm:choose>
    </dgm:forEach>
    <dgm:forEach name="Name48" axis="ch" ptType="node" st="2" cnt="1">
      <dgm:layoutNode name="circ2" styleLbl="vennNode1">
        <dgm:alg type="sp"/>
        <dgm:shape xmlns:r="http://schemas.openxmlformats.org/officeDocument/2006/relationships" type="ellipse" r:blip="">
          <dgm:adjLst/>
        </dgm:shape>
        <dgm:choose name="Name49">
          <dgm:if name="Name50" func="var" arg="dir" op="equ" val="norm">
            <dgm:choose name="Name51">
              <dgm:if name="Name52" axis="root ch" ptType="all node" func="cnt" op="lte" val="4">
                <dgm:presOf axis="desOrSelf" ptType="node"/>
              </dgm:if>
              <dgm:else name="Name53">
                <dgm:presOf/>
              </dgm:else>
            </dgm:choose>
          </dgm:if>
          <dgm:else name="Name54">
            <dgm:choose name="Name55">
              <dgm:if name="Name56" axis="root ch" ptType="all node" func="cnt" op="equ" val="2">
                <dgm:presOf axis="root ch desOrSelf" ptType="all node node" st="1 1 1" cnt="1 1 0"/>
              </dgm:if>
              <dgm:if name="Name57" axis="root ch" ptType="all node" func="cnt" op="equ" val="3">
                <dgm:presOf axis="root ch desOrSelf" ptType="all node node" st="1 3 1" cnt="1 1 0"/>
              </dgm:if>
              <dgm:if name="Name58" axis="root ch" ptType="all node" func="cnt" op="equ" val="4">
                <dgm:presOf axis="root ch desOrSelf" ptType="all node node" st="1 4 1" cnt="1 1 0"/>
              </dgm:if>
              <dgm:else name="Name59">
                <dgm:presOf/>
              </dgm:else>
            </dgm:choose>
          </dgm:else>
        </dgm:choose>
        <dgm:constrLst/>
        <dgm:ruleLst/>
      </dgm:layoutNode>
      <dgm:layoutNode name="circ2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60">
          <dgm:if name="Name61" func="var" arg="dir" op="equ" val="norm">
            <dgm:presOf axis="desOrSelf" ptType="node"/>
          </dgm:if>
          <dgm:else name="Name62">
            <dgm:choose name="Name63">
              <dgm:if name="Name64" axis="root ch" ptType="all node" func="cnt" op="equ" val="2">
                <dgm:presOf axis="root ch desOrSelf" ptType="all node node" st="1 1 1" cnt="1 1 0"/>
              </dgm:if>
              <dgm:if name="Name65" axis="root ch" ptType="all node" func="cnt" op="equ" val="3">
                <dgm:presOf axis="root ch desOrSelf" ptType="all node node" st="1 3 1" cnt="1 1 0"/>
              </dgm:if>
              <dgm:if name="Name66" axis="root ch" ptType="all node" func="cnt" op="equ" val="4">
                <dgm:presOf axis="root ch desOrSelf" ptType="all node node" st="1 4 1" cnt="1 1 0"/>
              </dgm:if>
              <dgm:if name="Name67" axis="root ch" ptType="all node" func="cnt" op="equ" val="5">
                <dgm:presOf axis="root ch desOrSelf" ptType="all node node" st="1 5 1" cnt="1 1 0"/>
              </dgm:if>
              <dgm:if name="Name68" axis="root ch" ptType="all node" func="cnt" op="equ" val="6">
                <dgm:presOf axis="root ch desOrSelf" ptType="all node node" st="1 6 1" cnt="1 1 0"/>
              </dgm:if>
              <dgm:else name="Name69">
                <dgm:presOf axis="root ch desOrSelf" ptType="all node node" st="1 7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70" axis="ch" ptType="node" st="3" cnt="1">
      <dgm:layoutNode name="circ3" styleLbl="vennNode1">
        <dgm:alg type="sp"/>
        <dgm:shape xmlns:r="http://schemas.openxmlformats.org/officeDocument/2006/relationships" type="ellipse" r:blip="">
          <dgm:adjLst/>
        </dgm:shape>
        <dgm:choose name="Name71">
          <dgm:if name="Name72" func="var" arg="dir" op="equ" val="norm">
            <dgm:choose name="Name73">
              <dgm:if name="Name74" axis="root ch" ptType="all node" func="cnt" op="lte" val="4">
                <dgm:presOf axis="desOrSelf" ptType="node"/>
              </dgm:if>
              <dgm:else name="Name75">
                <dgm:presOf/>
              </dgm:else>
            </dgm:choose>
          </dgm:if>
          <dgm:else name="Name76">
            <dgm:choose name="Name77">
              <dgm:if name="Name78" axis="root ch" ptType="all node" func="cnt" op="equ" val="3">
                <dgm:presOf axis="root ch desOrSelf" ptType="all node node" st="1 2 1" cnt="1 1 0"/>
              </dgm:if>
              <dgm:if name="Name79" axis="root ch" ptType="all node" func="cnt" op="equ" val="4">
                <dgm:presOf axis="root ch desOrSelf" ptType="all node node" st="1 3 1" cnt="1 1 0"/>
              </dgm:if>
              <dgm:else name="Name80">
                <dgm:presOf/>
              </dgm:else>
            </dgm:choose>
          </dgm:else>
        </dgm:choose>
        <dgm:constrLst/>
        <dgm:ruleLst/>
      </dgm:layoutNode>
      <dgm:layoutNode name="circ3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81">
          <dgm:if name="Name82" func="var" arg="dir" op="equ" val="norm">
            <dgm:presOf axis="desOrSelf" ptType="node"/>
          </dgm:if>
          <dgm:else name="Name83">
            <dgm:choose name="Name84">
              <dgm:if name="Name85" axis="root ch" ptType="all node" func="cnt" op="equ" val="3">
                <dgm:presOf axis="root ch desOrSelf" ptType="all node node" st="1 2 1" cnt="1 1 0"/>
              </dgm:if>
              <dgm:if name="Name86" axis="root ch" ptType="all node" func="cnt" op="equ" val="4">
                <dgm:presOf axis="root ch desOrSelf" ptType="all node node" st="1 3 1" cnt="1 1 0"/>
              </dgm:if>
              <dgm:if name="Name87" axis="root ch" ptType="all node" func="cnt" op="equ" val="5">
                <dgm:presOf axis="root ch desOrSelf" ptType="all node node" st="1 4 1" cnt="1 1 0"/>
              </dgm:if>
              <dgm:if name="Name88" axis="root ch" ptType="all node" func="cnt" op="equ" val="6">
                <dgm:presOf axis="root ch desOrSelf" ptType="all node node" st="1 5 1" cnt="1 1 0"/>
              </dgm:if>
              <dgm:else name="Name89">
                <dgm:presOf axis="root ch desOrSelf" ptType="all node node" st="1 6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90" axis="ch" ptType="node" st="4" cnt="1">
      <dgm:layoutNode name="circ4" styleLbl="vennNode1">
        <dgm:alg type="sp"/>
        <dgm:shape xmlns:r="http://schemas.openxmlformats.org/officeDocument/2006/relationships" type="ellipse" r:blip="">
          <dgm:adjLst/>
        </dgm:shape>
        <dgm:choose name="Name91">
          <dgm:if name="Name92" func="var" arg="dir" op="equ" val="norm">
            <dgm:choose name="Name93">
              <dgm:if name="Name94" axis="root ch" ptType="all node" func="cnt" op="lte" val="4">
                <dgm:presOf axis="desOrSelf" ptType="node"/>
              </dgm:if>
              <dgm:else name="Name95">
                <dgm:presOf/>
              </dgm:else>
            </dgm:choose>
          </dgm:if>
          <dgm:else name="Name96">
            <dgm:choose name="Name97">
              <dgm:if name="Name98" axis="root ch" ptType="all node" func="cnt" op="equ" val="4">
                <dgm:presOf axis="root ch desOrSelf" ptType="all node node" st="1 2 1" cnt="1 1 0"/>
              </dgm:if>
              <dgm:else name="Name99">
                <dgm:presOf/>
              </dgm:else>
            </dgm:choose>
          </dgm:else>
        </dgm:choose>
        <dgm:constrLst/>
        <dgm:ruleLst/>
      </dgm:layoutNode>
      <dgm:layoutNode name="circ4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0">
          <dgm:if name="Name101" func="var" arg="dir" op="equ" val="norm">
            <dgm:presOf axis="desOrSelf" ptType="node"/>
          </dgm:if>
          <dgm:else name="Name102">
            <dgm:choose name="Name103">
              <dgm:if name="Name104" axis="root ch" ptType="all node" func="cnt" op="equ" val="4">
                <dgm:presOf axis="root ch desOrSelf" ptType="all node node" st="1 2 1" cnt="1 1 0"/>
              </dgm:if>
              <dgm:if name="Name105" axis="root ch" ptType="all node" func="cnt" op="equ" val="5">
                <dgm:presOf axis="root ch desOrSelf" ptType="all node node" st="1 3 1" cnt="1 1 0"/>
              </dgm:if>
              <dgm:if name="Name106" axis="root ch" ptType="all node" func="cnt" op="equ" val="6">
                <dgm:presOf axis="root ch desOrSelf" ptType="all node node" st="1 4 1" cnt="1 1 0"/>
              </dgm:if>
              <dgm:else name="Name107">
                <dgm:presOf axis="root ch desOrSelf" ptType="all node node" st="1 5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08" axis="ch" ptType="node" st="5" cnt="1">
      <dgm:layoutNode name="circ5" styleLbl="vennNode1">
        <dgm:alg type="sp"/>
        <dgm:shape xmlns:r="http://schemas.openxmlformats.org/officeDocument/2006/relationships" type="ellipse" r:blip="">
          <dgm:adjLst/>
        </dgm:shape>
        <dgm:presOf/>
        <dgm:constrLst/>
        <dgm:ruleLst/>
      </dgm:layoutNode>
      <dgm:layoutNode name="circ5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9">
          <dgm:if name="Name110" func="var" arg="dir" op="equ" val="norm">
            <dgm:presOf axis="desOrSelf" ptType="node"/>
          </dgm:if>
          <dgm:else name="Name111">
            <dgm:choose name="Name112">
              <dgm:if name="Name113" axis="root ch" ptType="all node" func="cnt" op="equ" val="5">
                <dgm:presOf axis="root ch desOrSelf" ptType="all node node" st="1 2 1" cnt="1 1 0"/>
              </dgm:if>
              <dgm:if name="Name114" axis="root ch" ptType="all node" func="cnt" op="equ" val="6">
                <dgm:presOf axis="root ch desOrSelf" ptType="all node node" st="1 3 1" cnt="1 1 0"/>
              </dgm:if>
              <dgm:else name="Name115">
                <dgm:presOf axis="root ch desOrSelf" ptType="all node node" st="1 4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16" axis="ch" ptType="node" st="6" cnt="1">
      <dgm:layoutNode name="circ6" styleLbl="vennNode1">
        <dgm:alg type="sp"/>
        <dgm:shape xmlns:r="http://schemas.openxmlformats.org/officeDocument/2006/relationships" type="ellipse" r:blip="">
          <dgm:adjLst/>
        </dgm:shape>
        <dgm:presOf/>
        <dgm:constrLst/>
        <dgm:ruleLst/>
      </dgm:layoutNode>
      <dgm:layoutNode name="circ6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17">
          <dgm:if name="Name118" func="var" arg="dir" op="equ" val="norm">
            <dgm:presOf axis="desOrSelf" ptType="node"/>
          </dgm:if>
          <dgm:else name="Name119">
            <dgm:choose name="Name120">
              <dgm:if name="Name121" axis="root ch" ptType="all node" func="cnt" op="equ" val="6">
                <dgm:presOf axis="root ch desOrSelf" ptType="all node node" st="1 2 1" cnt="1 1 0"/>
              </dgm:if>
              <dgm:else name="Name122">
                <dgm:presOf axis="root ch desOrSelf" ptType="all node node" st="1 3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23" axis="ch" ptType="node" st="7" cnt="1">
      <dgm:layoutNode name="circ7" styleLbl="vennNode1">
        <dgm:alg type="sp"/>
        <dgm:shape xmlns:r="http://schemas.openxmlformats.org/officeDocument/2006/relationships" type="ellipse" r:blip="">
          <dgm:adjLst/>
        </dgm:shape>
        <dgm:presOf/>
        <dgm:constrLst/>
        <dgm:ruleLst/>
      </dgm:layoutNode>
      <dgm:layoutNode name="circ7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24">
          <dgm:if name="Name125" func="var" arg="dir" op="equ" val="norm">
            <dgm:presOf axis="desOrSelf" ptType="node"/>
          </dgm:if>
          <dgm:else name="Name126">
            <dgm:presOf axis="root ch desOrSelf" ptType="all node node" st="1 2 1" cnt="1 1 0"/>
          </dgm:else>
        </dgm:choose>
        <dgm:constrLst>
          <dgm:constr type="tMarg"/>
          <dgm:constr type="bMarg"/>
          <dgm:constr type="lMarg"/>
          <dgm:constr type="rMarg"/>
          <dgm:constr type="primFontSz" val="65"/>
        </dgm:constrLst>
        <dgm:ruleLst>
          <dgm:rule type="primFontSz" val="5" fact="NaN" max="NaN"/>
        </dgm:ruleLst>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radial1">
  <dgm:title val=""/>
  <dgm:desc val=""/>
  <dgm:catLst>
    <dgm:cat type="relationship" pri="22000"/>
    <dgm:cat type="cycle" pri="10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90"/>
              <dgm:param type="spanAng" val="360"/>
              <dgm:param type="ctrShpMap" val="fNode"/>
            </dgm:alg>
          </dgm:if>
          <dgm:else name="Name4">
            <dgm:alg type="cycle">
              <dgm:param type="stAng" val="0"/>
              <dgm:param type="spanAng" val="360"/>
              <dgm:param type="ctrShpMap" val="fNode"/>
            </dgm:alg>
          </dgm:else>
        </dgm:choose>
      </dgm:if>
      <dgm:else name="Name5">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node" refType="w" refFor="ch" refForName="centerShape" op="equ"/>
      <dgm:constr type="sp" refType="w" refFor="ch" refForName="node" fact="0.3"/>
      <dgm:constr type="sibSp" refType="w" refFor="ch" refForName="node" fact="0.3"/>
      <dgm:constr type="primFontSz" for="ch" forName="centerShape" val="65"/>
      <dgm:constr type="primFontSz" for="des" forName="node" op="equ" val="65"/>
      <dgm:constr type="primFontSz" for="des" forName="connTx" val="55"/>
      <dgm:constr type="primFontSz" for="des" forName="connTx" refType="primFontSz" refFor="ch" refForName="centerShape" op="lte" fact="0.8"/>
    </dgm:constrLst>
    <dgm:ruleLst/>
    <dgm:forEach name="Name6"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forEach name="Name7" axis="ch">
        <dgm:forEach name="Name8" axis="self" ptType="parTrans">
          <dgm:layoutNode name="Name9">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connDist"/>
              <dgm:constr type="userA" for="ch" refType="connDist"/>
              <dgm:constr type="w" val="1"/>
              <dgm:constr type="h" val="5"/>
              <dgm:constr type="begPad"/>
              <dgm:constr type="endPad"/>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w" val="NaN" fact="0.8" max="NaN"/>
                <dgm:rule type="h" val="NaN" fact="1" max="NaN"/>
                <dgm:rule type="primFontSz" val="5" fact="NaN" max="NaN"/>
              </dgm:ruleLst>
            </dgm:layoutNode>
          </dgm:layoutNode>
        </dgm:forEach>
        <dgm:forEach name="Name10"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forEach>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enn1">
  <dgm:title val=""/>
  <dgm:desc val=""/>
  <dgm:catLst>
    <dgm:cat type="relationship" pri="28000"/>
    <dgm:cat type="convert" pri="19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Lst>
      <dgm:cxnLst>
        <dgm:cxn modelId="7" srcId="0" destId="1" srcOrd="0" destOrd="0"/>
        <dgm:cxn modelId="8" srcId="0" destId="2" srcOrd="1" destOrd="0"/>
        <dgm:cxn modelId="9" srcId="0" destId="3" srcOrd="2" destOrd="0"/>
        <dgm:cxn modelId="10" srcId="0" destId="4" srcOrd="3" destOrd="0"/>
      </dgm:cxnLst>
      <dgm:bg/>
      <dgm:whole/>
    </dgm:dataModel>
  </dgm:clrData>
  <dgm:layoutNode name="compositeShape">
    <dgm:varLst>
      <dgm:chMax val="7"/>
      <dgm:dir/>
      <dgm:resizeHandles val="exact"/>
    </dgm:varLst>
    <dgm:choose name="Name0">
      <dgm:if name="Name1" axis="ch" ptType="node" func="cnt" op="equ" val="1">
        <dgm:alg type="composite">
          <dgm:param type="ar" val="1"/>
        </dgm:alg>
      </dgm:if>
      <dgm:if name="Name2" axis="ch" ptType="node" func="cnt" op="equ" val="2">
        <dgm:alg type="composite">
          <dgm:param type="ar" val="1.792"/>
        </dgm:alg>
      </dgm:if>
      <dgm:if name="Name3" axis="ch" ptType="node" func="cnt" op="equ" val="3">
        <dgm:alg type="composite">
          <dgm:param type="ar" val="1"/>
        </dgm:alg>
      </dgm:if>
      <dgm:if name="Name4" axis="ch" ptType="node" func="cnt" op="equ" val="4">
        <dgm:alg type="composite">
          <dgm:param type="ar" val="1"/>
        </dgm:alg>
      </dgm:if>
      <dgm:if name="Name5" axis="ch" ptType="node" func="cnt" op="equ" val="5">
        <dgm:alg type="composite">
          <dgm:param type="ar" val="1.4"/>
        </dgm:alg>
      </dgm:if>
      <dgm:if name="Name6" axis="ch" ptType="node" func="cnt" op="equ" val="6">
        <dgm:alg type="composite">
          <dgm:param type="ar" val="1.285"/>
        </dgm:alg>
      </dgm:if>
      <dgm:if name="Name7" axis="ch" ptType="node" func="cnt" op="equ" val="7">
        <dgm:alg type="composite">
          <dgm:param type="ar" val="1.359"/>
        </dgm:alg>
      </dgm:if>
      <dgm:else name="Name8">
        <dgm:alg type="composite">
          <dgm:param type="ar" val="1.359"/>
        </dgm:alg>
      </dgm:else>
    </dgm:choose>
    <dgm:shape xmlns:r="http://schemas.openxmlformats.org/officeDocument/2006/relationships" r:blip="">
      <dgm:adjLst/>
    </dgm:shape>
    <dgm:presOf/>
    <dgm:choose name="Name9">
      <dgm:if name="Name10" axis="ch" ptType="node" func="cnt" op="equ" val="1">
        <dgm:constrLst>
          <dgm:constr type="ctrX" for="ch" forName="circ1TxSh" refType="w" fact="0.5"/>
          <dgm:constr type="ctrY" for="ch" forName="circ1TxSh" refType="h" fact="0.5"/>
          <dgm:constr type="w" for="ch" forName="circ1TxSh" refType="w"/>
          <dgm:constr type="h" for="ch" forName="circ1TxSh" refType="h"/>
          <dgm:constr type="primFontSz" for="ch" ptType="node" op="equ"/>
        </dgm:constrLst>
      </dgm:if>
      <dgm:if name="Name11" axis="ch" ptType="node" func="cnt" op="equ" val="2">
        <dgm:constrLst>
          <dgm:constr type="ctrX" for="ch" forName="circ1" refType="w" fact="0.3"/>
          <dgm:constr type="ctrY" for="ch" forName="circ1" refType="h" fact="0.5"/>
          <dgm:constr type="w" for="ch" forName="circ1" refType="w" fact="0.555"/>
          <dgm:constr type="h" for="ch" forName="circ1" refType="h" fact="0.99456"/>
          <dgm:constr type="l" for="ch" forName="circ1Tx" refType="w" fact="0.1"/>
          <dgm:constr type="t" for="ch" forName="circ1Tx" refType="h" fact="0.12"/>
          <dgm:constr type="w" for="ch" forName="circ1Tx" refType="w" fact="0.32"/>
          <dgm:constr type="h" for="ch" forName="circ1Tx" refType="h" fact="0.76"/>
          <dgm:constr type="ctrX" for="ch" forName="circ2" refType="w" fact="0.7"/>
          <dgm:constr type="ctrY" for="ch" forName="circ2" refType="h" fact="0.5"/>
          <dgm:constr type="w" for="ch" forName="circ2" refType="w" fact="0.555"/>
          <dgm:constr type="h" for="ch" forName="circ2" refType="h" fact="0.99456"/>
          <dgm:constr type="l" for="ch" forName="circ2Tx" refType="w" fact="0.58"/>
          <dgm:constr type="t" for="ch" forName="circ2Tx" refType="h" fact="0.12"/>
          <dgm:constr type="w" for="ch" forName="circ2Tx" refType="w" fact="0.32"/>
          <dgm:constr type="h" for="ch" forName="circ2Tx" refType="h" fact="0.76"/>
          <dgm:constr type="primFontSz" for="ch" ptType="node" op="equ"/>
        </dgm:constrLst>
      </dgm:if>
      <dgm:if name="Name12" axis="ch" ptType="node" func="cnt" op="equ" val="3">
        <dgm:constrLst>
          <dgm:constr type="ctrX" for="ch" forName="circ1" refType="w" fact="0.5"/>
          <dgm:constr type="ctrY" for="ch" forName="circ1" refType="w" fact="0.25"/>
          <dgm:constr type="w" for="ch" forName="circ1" refType="w" fact="0.6"/>
          <dgm:constr type="h" for="ch" forName="circ1" refType="h" fact="0.6"/>
          <dgm:constr type="l" for="ch" forName="circ1Tx" refType="w" fact="0.28"/>
          <dgm:constr type="t" for="ch" forName="circ1Tx" refType="h" fact="0.055"/>
          <dgm:constr type="w" for="ch" forName="circ1Tx" refType="w" fact="0.44"/>
          <dgm:constr type="h" for="ch" forName="circ1Tx" refType="h" fact="0.27"/>
          <dgm:constr type="ctrX" for="ch" forName="circ2" refType="w" fact="0.7165"/>
          <dgm:constr type="ctrY" for="ch" forName="circ2" refType="w" fact="0.625"/>
          <dgm:constr type="w" for="ch" forName="circ2" refType="w" fact="0.6"/>
          <dgm:constr type="h" for="ch" forName="circ2" refType="h" fact="0.6"/>
          <dgm:constr type="l" for="ch" forName="circ2Tx" refType="w" fact="0.6"/>
          <dgm:constr type="t" for="ch" forName="circ2Tx" refType="h" fact="0.48"/>
          <dgm:constr type="w" for="ch" forName="circ2Tx" refType="w" fact="0.36"/>
          <dgm:constr type="h" for="ch" forName="circ2Tx" refType="h" fact="0.33"/>
          <dgm:constr type="ctrX" for="ch" forName="circ3" refType="w" fact="0.2835"/>
          <dgm:constr type="ctrY" for="ch" forName="circ3" refType="w" fact="0.625"/>
          <dgm:constr type="w" for="ch" forName="circ3" refType="w" fact="0.6"/>
          <dgm:constr type="h" for="ch" forName="circ3" refType="h" fact="0.6"/>
          <dgm:constr type="l" for="ch" forName="circ3Tx" refType="w" fact="0.04"/>
          <dgm:constr type="t" for="ch" forName="circ3Tx" refType="h" fact="0.48"/>
          <dgm:constr type="w" for="ch" forName="circ3Tx" refType="w" fact="0.36"/>
          <dgm:constr type="h" for="ch" forName="circ3Tx" refType="h" fact="0.33"/>
          <dgm:constr type="primFontSz" for="ch" ptType="node" op="equ"/>
        </dgm:constrLst>
      </dgm:if>
      <dgm:if name="Name13" axis="ch" ptType="node" func="cnt" op="equ" val="4">
        <dgm:constrLst>
          <dgm:constr type="ctrX" for="ch" forName="circ1" refType="w" fact="0.5"/>
          <dgm:constr type="ctrY" for="ch" forName="circ1" refType="w" fact="0.27"/>
          <dgm:constr type="w" for="ch" forName="circ1" refType="w" fact="0.52"/>
          <dgm:constr type="h" for="ch" forName="circ1" refType="h" fact="0.52"/>
          <dgm:constr type="l" for="ch" forName="circ1Tx" refType="w" fact="0.3"/>
          <dgm:constr type="t" for="ch" forName="circ1Tx" refType="h" fact="0.08"/>
          <dgm:constr type="w" for="ch" forName="circ1Tx" refType="w" fact="0.4"/>
          <dgm:constr type="h" for="ch" forName="circ1Tx" refType="h" fact="0.165"/>
          <dgm:constr type="ctrX" for="ch" forName="circ2" refType="w" fact="0.73"/>
          <dgm:constr type="ctrY" for="ch" forName="circ2" refType="w" fact="0.5"/>
          <dgm:constr type="w" for="ch" forName="circ2" refType="w" fact="0.52"/>
          <dgm:constr type="h" for="ch" forName="circ2" refType="h" fact="0.52"/>
          <dgm:constr type="r" for="ch" forName="circ2Tx" refType="w" fact="0.95"/>
          <dgm:constr type="t" for="ch" forName="circ2Tx" refType="h" fact="0.3"/>
          <dgm:constr type="w" for="ch" forName="circ2Tx" refType="w" fact="0.2"/>
          <dgm:constr type="h" for="ch" forName="circ2Tx" refType="h" fact="0.4"/>
          <dgm:constr type="ctrX" for="ch" forName="circ3" refType="w" fact="0.5"/>
          <dgm:constr type="ctrY" for="ch" forName="circ3" refType="w" fact="0.73"/>
          <dgm:constr type="w" for="ch" forName="circ3" refType="w" fact="0.52"/>
          <dgm:constr type="h" for="ch" forName="circ3" refType="h" fact="0.52"/>
          <dgm:constr type="l" for="ch" forName="circ3Tx" refType="w" fact="0.3"/>
          <dgm:constr type="b" for="ch" forName="circ3Tx" refType="h" fact="0.92"/>
          <dgm:constr type="w" for="ch" forName="circ3Tx" refType="w" fact="0.4"/>
          <dgm:constr type="h" for="ch" forName="circ3Tx" refType="h" fact="0.165"/>
          <dgm:constr type="ctrX" for="ch" forName="circ4" refType="w" fact="0.27"/>
          <dgm:constr type="ctrY" for="ch" forName="circ4" refType="h" fact="0.5"/>
          <dgm:constr type="w" for="ch" forName="circ4" refType="w" fact="0.52"/>
          <dgm:constr type="h" for="ch" forName="circ4" refType="h" fact="0.52"/>
          <dgm:constr type="l" for="ch" forName="circ4Tx" refType="w" fact="0.05"/>
          <dgm:constr type="t" for="ch" forName="circ4Tx" refType="h" fact="0.3"/>
          <dgm:constr type="w" for="ch" forName="circ4Tx" refType="w" fact="0.2"/>
          <dgm:constr type="h" for="ch" forName="circ4Tx" refType="h" fact="0.4"/>
          <dgm:constr type="primFontSz" for="ch" ptType="node" op="equ"/>
        </dgm:constrLst>
      </dgm:if>
      <dgm:if name="Name14" axis="ch" ptType="node" func="cnt" op="equ" val="5">
        <dgm:constrLst>
          <dgm:constr type="ctrX" for="ch" forName="circ1" refType="w" fact="0.5"/>
          <dgm:constr type="ctrY" for="ch" forName="circ1" refType="h" fact="0.46"/>
          <dgm:constr type="w" for="ch" forName="circ1" refType="w" fact="0.25"/>
          <dgm:constr type="h" for="ch" forName="circ1" refType="h" fact="0.35"/>
          <dgm:constr type="l" for="ch" forName="circ1Tx" refType="w" fact="0.355"/>
          <dgm:constr type="t" for="ch" forName="circ1Tx"/>
          <dgm:constr type="w" for="ch" forName="circ1Tx" refType="w" fact="0.29"/>
          <dgm:constr type="h" for="ch" forName="circ1Tx" refType="h" fact="0.235"/>
          <dgm:constr type="ctrX" for="ch" forName="circ2" refType="w" fact="0.5951"/>
          <dgm:constr type="ctrY" for="ch" forName="circ2" refType="h" fact="0.5567"/>
          <dgm:constr type="w" for="ch" forName="circ2" refType="w" fact="0.25"/>
          <dgm:constr type="h" for="ch" forName="circ2" refType="h" fact="0.35"/>
          <dgm:constr type="l" for="ch" forName="circ2Tx" refType="w" fact="0.74"/>
          <dgm:constr type="t" for="ch" forName="circ2Tx" refType="h" fact="0.31"/>
          <dgm:constr type="w" for="ch" forName="circ2Tx" refType="w" fact="0.26"/>
          <dgm:constr type="h" for="ch" forName="circ2Tx" refType="h" fact="0.255"/>
          <dgm:constr type="ctrX" for="ch" forName="circ3" refType="w" fact="0.5588"/>
          <dgm:constr type="ctrY" for="ch" forName="circ3" refType="h" fact="0.7133"/>
          <dgm:constr type="w" for="ch" forName="circ3" refType="w" fact="0.25"/>
          <dgm:constr type="h" for="ch" forName="circ3" refType="h" fact="0.35"/>
          <dgm:constr type="l" for="ch" forName="circ3Tx" refType="w" fact="0.7"/>
          <dgm:constr type="t" for="ch" forName="circ3Tx" refType="h" fact="0.745"/>
          <dgm:constr type="w" for="ch" forName="circ3Tx" refType="w" fact="0.26"/>
          <dgm:constr type="h" for="ch" forName="circ3Tx" refType="h" fact="0.255"/>
          <dgm:constr type="ctrX" for="ch" forName="circ4" refType="w" fact="0.4412"/>
          <dgm:constr type="ctrY" for="ch" forName="circ4" refType="h" fact="0.7133"/>
          <dgm:constr type="w" for="ch" forName="circ4" refType="w" fact="0.25"/>
          <dgm:constr type="h" for="ch" forName="circ4" refType="h" fact="0.35"/>
          <dgm:constr type="l" for="ch" forName="circ4Tx" refType="w" fact="0.04"/>
          <dgm:constr type="t" for="ch" forName="circ4Tx" refType="h" fact="0.745"/>
          <dgm:constr type="w" for="ch" forName="circ4Tx" refType="w" fact="0.26"/>
          <dgm:constr type="h" for="ch" forName="circ4Tx" refType="h" fact="0.255"/>
          <dgm:constr type="ctrX" for="ch" forName="circ5" refType="w" fact="0.4049"/>
          <dgm:constr type="ctrY" for="ch" forName="circ5" refType="h" fact="0.5567"/>
          <dgm:constr type="w" for="ch" forName="circ5" refType="w" fact="0.25"/>
          <dgm:constr type="h" for="ch" forName="circ5" refType="h" fact="0.35"/>
          <dgm:constr type="l" for="ch" forName="circ5Tx"/>
          <dgm:constr type="t" for="ch" forName="circ5Tx" refType="h" fact="0.31"/>
          <dgm:constr type="w" for="ch" forName="circ5Tx" refType="w" fact="0.26"/>
          <dgm:constr type="h" for="ch" forName="circ5Tx" refType="h" fact="0.255"/>
          <dgm:constr type="primFontSz" for="ch" ptType="node" op="equ"/>
        </dgm:constrLst>
      </dgm:if>
      <dgm:if name="Name15" axis="ch" ptType="node" func="cnt" op="equ" val="6">
        <dgm:constrLst>
          <dgm:constr type="ctrX" for="ch" forName="circ1" refType="w" fact="0.5"/>
          <dgm:constr type="ctrY" for="ch" forName="circ1" refType="h" fact="0.3844"/>
          <dgm:constr type="w" for="ch" forName="circ1" refType="w" fact="0.24"/>
          <dgm:constr type="h" for="ch" forName="circ1" refType="h" fact="0.3084"/>
          <dgm:constr type="l" for="ch" forName="circ1Tx" refType="w" fact="0.35"/>
          <dgm:constr type="t" for="ch" forName="circ1Tx"/>
          <dgm:constr type="w" for="ch" forName="circ1Tx" refType="w" fact="0.3"/>
          <dgm:constr type="h" for="ch" forName="circ1Tx" refType="h" fact="0.21"/>
          <dgm:constr type="ctrX" for="ch" forName="circ2" refType="w" fact="0.5779"/>
          <dgm:constr type="ctrY" for="ch" forName="circ2" refType="h" fact="0.4422"/>
          <dgm:constr type="w" for="ch" forName="circ2" refType="w" fact="0.24"/>
          <dgm:constr type="h" for="ch" forName="circ2" refType="h" fact="0.3084"/>
          <dgm:constr type="l" for="ch" forName="circ2Tx" refType="w" fact="0.7157"/>
          <dgm:constr type="t" for="ch" forName="circ2Tx" refType="h" fact="0.2"/>
          <dgm:constr type="w" for="ch" forName="circ2Tx" refType="w" fact="0.2843"/>
          <dgm:constr type="h" for="ch" forName="circ2Tx" refType="h" fact="0.23"/>
          <dgm:constr type="ctrX" for="ch" forName="circ3" refType="w" fact="0.5779"/>
          <dgm:constr type="ctrY" for="ch" forName="circ3" refType="h" fact="0.5578"/>
          <dgm:constr type="w" for="ch" forName="circ3" refType="w" fact="0.24"/>
          <dgm:constr type="h" for="ch" forName="circ3" refType="h" fact="0.3084"/>
          <dgm:constr type="l" for="ch" forName="circ3Tx" refType="w" fact="0.7157"/>
          <dgm:constr type="t" for="ch" forName="circ3Tx" refType="h" fact="0.543"/>
          <dgm:constr type="w" for="ch" forName="circ3Tx" refType="w" fact="0.2843"/>
          <dgm:constr type="h" for="ch" forName="circ3Tx" refType="h" fact="0.257"/>
          <dgm:constr type="ctrX" for="ch" forName="circ4" refType="w" fact="0.5"/>
          <dgm:constr type="ctrY" for="ch" forName="circ4" refType="h" fact="0.6157"/>
          <dgm:constr type="w" for="ch" forName="circ4" refType="w" fact="0.24"/>
          <dgm:constr type="h" for="ch" forName="circ4" refType="h" fact="0.3084"/>
          <dgm:constr type="l" for="ch" forName="circ4Tx" refType="w" fact="0.35"/>
          <dgm:constr type="t" for="ch" forName="circ4Tx" refType="h" fact="0.79"/>
          <dgm:constr type="w" for="ch" forName="circ4Tx" refType="w" fact="0.3"/>
          <dgm:constr type="h" for="ch" forName="circ4Tx" refType="h" fact="0.21"/>
          <dgm:constr type="ctrX" for="ch" forName="circ5" refType="w" fact="0.4221"/>
          <dgm:constr type="ctrY" for="ch" forName="circ5" refType="h" fact="0.5578"/>
          <dgm:constr type="w" for="ch" forName="circ5" refType="w" fact="0.24"/>
          <dgm:constr type="h" for="ch" forName="circ5" refType="h" fact="0.3084"/>
          <dgm:constr type="l" for="ch" forName="circ5Tx" refType="w" fact="0"/>
          <dgm:constr type="t" for="ch" forName="circ5Tx" refType="h" fact="0.543"/>
          <dgm:constr type="w" for="ch" forName="circ5Tx" refType="w" fact="0.2843"/>
          <dgm:constr type="h" for="ch" forName="circ5Tx" refType="h" fact="0.257"/>
          <dgm:constr type="ctrX" for="ch" forName="circ6" refType="w" fact="0.4221"/>
          <dgm:constr type="ctrY" for="ch" forName="circ6" refType="h" fact="0.4422"/>
          <dgm:constr type="w" for="ch" forName="circ6" refType="w" fact="0.24"/>
          <dgm:constr type="h" for="ch" forName="circ6" refType="h" fact="0.3084"/>
          <dgm:constr type="l" for="ch" forName="circ6Tx" refType="w" fact="0"/>
          <dgm:constr type="t" for="ch" forName="circ6Tx" refType="h" fact="0.2"/>
          <dgm:constr type="w" for="ch" forName="circ6Tx" refType="w" fact="0.2843"/>
          <dgm:constr type="h" for="ch" forName="circ6Tx" refType="h" fact="0.257"/>
          <dgm:constr type="primFontSz" for="ch" ptType="node" op="equ"/>
        </dgm:constrLst>
      </dgm:if>
      <dgm:else name="Name16">
        <dgm:constrLst>
          <dgm:constr type="ctrX" for="ch" forName="circ1" refType="w" fact="0.5"/>
          <dgm:constr type="ctrY" for="ch" forName="circ1" refType="h" fact="0.4177"/>
          <dgm:constr type="w" for="ch" forName="circ1" refType="w" fact="0.24"/>
          <dgm:constr type="h" for="ch" forName="circ1" refType="h" fact="0.3262"/>
          <dgm:constr type="l" for="ch" forName="circ1Tx" refType="w" fact="0.3625"/>
          <dgm:constr type="t" for="ch" forName="circ1Tx"/>
          <dgm:constr type="w" for="ch" forName="circ1Tx" refType="w" fact="0.275"/>
          <dgm:constr type="h" for="ch" forName="circ1Tx" refType="h" fact="0.2"/>
          <dgm:constr type="ctrX" for="ch" forName="circ2" refType="w" fact="0.5704"/>
          <dgm:constr type="ctrY" for="ch" forName="circ2" refType="h" fact="0.4637"/>
          <dgm:constr type="w" for="ch" forName="circ2" refType="w" fact="0.24"/>
          <dgm:constr type="h" for="ch" forName="circ2" refType="h" fact="0.3262"/>
          <dgm:constr type="l" for="ch" forName="circ2Tx" refType="w" fact="0.72"/>
          <dgm:constr type="t" for="ch" forName="circ2Tx" refType="h" fact="0.19"/>
          <dgm:constr type="w" for="ch" forName="circ2Tx" refType="w" fact="0.26"/>
          <dgm:constr type="h" for="ch" forName="circ2Tx" refType="h" fact="0.22"/>
          <dgm:constr type="ctrX" for="ch" forName="circ3" refType="w" fact="0.5877"/>
          <dgm:constr type="ctrY" for="ch" forName="circ3" refType="h" fact="0.5672"/>
          <dgm:constr type="w" for="ch" forName="circ3" refType="w" fact="0.24"/>
          <dgm:constr type="h" for="ch" forName="circ3" refType="h" fact="0.3262"/>
          <dgm:constr type="l" for="ch" forName="circ3Tx" refType="w" fact="0.745"/>
          <dgm:constr type="t" for="ch" forName="circ3Tx" refType="h" fact="0.47"/>
          <dgm:constr type="w" for="ch" forName="circ3Tx" refType="w" fact="0.255"/>
          <dgm:constr type="h" for="ch" forName="circ3Tx" refType="h" fact="0.235"/>
          <dgm:constr type="ctrX" for="ch" forName="circ4" refType="w" fact="0.539"/>
          <dgm:constr type="ctrY" for="ch" forName="circ4" refType="h" fact="0.6502"/>
          <dgm:constr type="w" for="ch" forName="circ4" refType="w" fact="0.24"/>
          <dgm:constr type="h" for="ch" forName="circ4" refType="h" fact="0.3262"/>
          <dgm:constr type="l" for="ch" forName="circ4Tx" refType="w" fact="0.635"/>
          <dgm:constr type="t" for="ch" forName="circ4Tx" refType="h" fact="0.785"/>
          <dgm:constr type="w" for="ch" forName="circ4Tx" refType="w" fact="0.275"/>
          <dgm:constr type="h" for="ch" forName="circ4Tx" refType="h" fact="0.215"/>
          <dgm:constr type="ctrX" for="ch" forName="circ5" refType="w" fact="0.461"/>
          <dgm:constr type="ctrY" for="ch" forName="circ5" refType="h" fact="0.6502"/>
          <dgm:constr type="w" for="ch" forName="circ5" refType="w" fact="0.24"/>
          <dgm:constr type="h" for="ch" forName="circ5" refType="h" fact="0.3262"/>
          <dgm:constr type="l" for="ch" forName="circ5Tx" refType="w" fact="0.09"/>
          <dgm:constr type="t" for="ch" forName="circ5Tx" refType="h" fact="0.785"/>
          <dgm:constr type="w" for="ch" forName="circ5Tx" refType="w" fact="0.275"/>
          <dgm:constr type="h" for="ch" forName="circ5Tx" refType="h" fact="0.215"/>
          <dgm:constr type="ctrX" for="ch" forName="circ6" refType="w" fact="0.4123"/>
          <dgm:constr type="ctrY" for="ch" forName="circ6" refType="h" fact="0.5672"/>
          <dgm:constr type="w" for="ch" forName="circ6" refType="w" fact="0.24"/>
          <dgm:constr type="h" for="ch" forName="circ6" refType="h" fact="0.3262"/>
          <dgm:constr type="l" for="ch" forName="circ6Tx"/>
          <dgm:constr type="t" for="ch" forName="circ6Tx" refType="h" fact="0.47"/>
          <dgm:constr type="w" for="ch" forName="circ6Tx" refType="w" fact="0.255"/>
          <dgm:constr type="h" for="ch" forName="circ6Tx" refType="h" fact="0.235"/>
          <dgm:constr type="ctrX" for="ch" forName="circ7" refType="w" fact="0.4296"/>
          <dgm:constr type="ctrY" for="ch" forName="circ7" refType="h" fact="0.4637"/>
          <dgm:constr type="w" for="ch" forName="circ7" refType="w" fact="0.24"/>
          <dgm:constr type="h" for="ch" forName="circ7" refType="h" fact="0.3262"/>
          <dgm:constr type="l" for="ch" forName="circ7Tx" refType="w" fact="0.02"/>
          <dgm:constr type="t" for="ch" forName="circ7Tx" refType="h" fact="0.19"/>
          <dgm:constr type="w" for="ch" forName="circ7Tx" refType="w" fact="0.26"/>
          <dgm:constr type="h" for="ch" forName="circ7Tx" refType="h" fact="0.22"/>
          <dgm:constr type="primFontSz" for="ch" ptType="node" op="equ"/>
        </dgm:constrLst>
      </dgm:else>
    </dgm:choose>
    <dgm:ruleLst/>
    <dgm:forEach name="Name17" axis="ch" ptType="node" cnt="1">
      <dgm:choose name="Name18">
        <dgm:if name="Name19" axis="root ch" ptType="all node" func="cnt" op="equ" val="1">
          <dgm:layoutNode name="circ1TxSh" styleLbl="vennNode1">
            <dgm:alg type="tx">
              <dgm:param type="txAnchorHorzCh" val="ctr"/>
              <dgm:param type="txAnchorVertCh" val="mid"/>
            </dgm:alg>
            <dgm:shape xmlns:r="http://schemas.openxmlformats.org/officeDocument/2006/relationships" type="ellipse" r:blip="">
              <dgm:adjLst/>
            </dgm:shape>
            <dgm:choose name="Name20">
              <dgm:if name="Name21" func="var" arg="dir" op="equ" val="norm">
                <dgm:choose name="Name22">
                  <dgm:if name="Name23" axis="root ch" ptType="all node" func="cnt" op="lte" val="4">
                    <dgm:presOf axis="desOrSelf" ptType="node"/>
                  </dgm:if>
                  <dgm:else name="Name24">
                    <dgm:presOf/>
                  </dgm:else>
                </dgm:choose>
              </dgm:if>
              <dgm:else name="Name25">
                <dgm:choose name="Name26">
                  <dgm:if name="Name27" axis="root ch" ptType="all node" func="cnt" op="equ" val="2">
                    <dgm:presOf axis="root ch desOrSelf" ptType="all node node" st="1 2 1" cnt="1 1 0"/>
                  </dgm:if>
                  <dgm:else name="Name28">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if>
        <dgm:else name="Name29">
          <dgm:layoutNode name="circ1" styleLbl="vennNode1">
            <dgm:alg type="sp"/>
            <dgm:shape xmlns:r="http://schemas.openxmlformats.org/officeDocument/2006/relationships" type="ellipse" r:blip="">
              <dgm:adjLst/>
            </dgm:shape>
            <dgm:choose name="Name30">
              <dgm:if name="Name31" func="var" arg="dir" op="equ" val="norm">
                <dgm:choose name="Name32">
                  <dgm:if name="Name33" axis="root ch" ptType="all node" func="cnt" op="lte" val="4">
                    <dgm:presOf axis="desOrSelf" ptType="node"/>
                  </dgm:if>
                  <dgm:else name="Name34">
                    <dgm:presOf/>
                  </dgm:else>
                </dgm:choose>
              </dgm:if>
              <dgm:else name="Name35">
                <dgm:choose name="Name36">
                  <dgm:if name="Name37" axis="root ch" ptType="all node" func="cnt" op="equ" val="2">
                    <dgm:presOf axis="root ch desOrSelf" ptType="all node node" st="1 2 1" cnt="1 1 0"/>
                  </dgm:if>
                  <dgm:else name="Name38">
                    <dgm:choose name="Name39">
                      <dgm:if name="Name40" axis="root ch" ptType="all node" func="cnt" op="lte" val="4">
                        <dgm:presOf axis="desOrSelf" ptType="node"/>
                      </dgm:if>
                      <dgm:else name="Name41">
                        <dgm:presOf/>
                      </dgm:else>
                    </dgm:choose>
                  </dgm:else>
                </dgm:choose>
              </dgm:else>
            </dgm:choose>
            <dgm:constrLst/>
            <dgm:ruleLst/>
          </dgm:layoutNode>
          <dgm:layoutNode name="circ1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42">
              <dgm:if name="Name43" func="var" arg="dir" op="equ" val="norm">
                <dgm:presOf axis="desOrSelf" ptType="node"/>
              </dgm:if>
              <dgm:else name="Name44">
                <dgm:choose name="Name45">
                  <dgm:if name="Name46" axis="root ch" ptType="all node" func="cnt" op="equ" val="2">
                    <dgm:presOf axis="root ch desOrSelf" ptType="all node node" st="1 2 1" cnt="1 1 0"/>
                  </dgm:if>
                  <dgm:else name="Name47">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else>
      </dgm:choose>
    </dgm:forEach>
    <dgm:forEach name="Name48" axis="ch" ptType="node" st="2" cnt="1">
      <dgm:layoutNode name="circ2" styleLbl="vennNode1">
        <dgm:alg type="sp"/>
        <dgm:shape xmlns:r="http://schemas.openxmlformats.org/officeDocument/2006/relationships" type="ellipse" r:blip="">
          <dgm:adjLst/>
        </dgm:shape>
        <dgm:choose name="Name49">
          <dgm:if name="Name50" func="var" arg="dir" op="equ" val="norm">
            <dgm:choose name="Name51">
              <dgm:if name="Name52" axis="root ch" ptType="all node" func="cnt" op="lte" val="4">
                <dgm:presOf axis="desOrSelf" ptType="node"/>
              </dgm:if>
              <dgm:else name="Name53">
                <dgm:presOf/>
              </dgm:else>
            </dgm:choose>
          </dgm:if>
          <dgm:else name="Name54">
            <dgm:choose name="Name55">
              <dgm:if name="Name56" axis="root ch" ptType="all node" func="cnt" op="equ" val="2">
                <dgm:presOf axis="root ch desOrSelf" ptType="all node node" st="1 1 1" cnt="1 1 0"/>
              </dgm:if>
              <dgm:if name="Name57" axis="root ch" ptType="all node" func="cnt" op="equ" val="3">
                <dgm:presOf axis="root ch desOrSelf" ptType="all node node" st="1 3 1" cnt="1 1 0"/>
              </dgm:if>
              <dgm:if name="Name58" axis="root ch" ptType="all node" func="cnt" op="equ" val="4">
                <dgm:presOf axis="root ch desOrSelf" ptType="all node node" st="1 4 1" cnt="1 1 0"/>
              </dgm:if>
              <dgm:else name="Name59">
                <dgm:presOf/>
              </dgm:else>
            </dgm:choose>
          </dgm:else>
        </dgm:choose>
        <dgm:constrLst/>
        <dgm:ruleLst/>
      </dgm:layoutNode>
      <dgm:layoutNode name="circ2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60">
          <dgm:if name="Name61" func="var" arg="dir" op="equ" val="norm">
            <dgm:presOf axis="desOrSelf" ptType="node"/>
          </dgm:if>
          <dgm:else name="Name62">
            <dgm:choose name="Name63">
              <dgm:if name="Name64" axis="root ch" ptType="all node" func="cnt" op="equ" val="2">
                <dgm:presOf axis="root ch desOrSelf" ptType="all node node" st="1 1 1" cnt="1 1 0"/>
              </dgm:if>
              <dgm:if name="Name65" axis="root ch" ptType="all node" func="cnt" op="equ" val="3">
                <dgm:presOf axis="root ch desOrSelf" ptType="all node node" st="1 3 1" cnt="1 1 0"/>
              </dgm:if>
              <dgm:if name="Name66" axis="root ch" ptType="all node" func="cnt" op="equ" val="4">
                <dgm:presOf axis="root ch desOrSelf" ptType="all node node" st="1 4 1" cnt="1 1 0"/>
              </dgm:if>
              <dgm:if name="Name67" axis="root ch" ptType="all node" func="cnt" op="equ" val="5">
                <dgm:presOf axis="root ch desOrSelf" ptType="all node node" st="1 5 1" cnt="1 1 0"/>
              </dgm:if>
              <dgm:if name="Name68" axis="root ch" ptType="all node" func="cnt" op="equ" val="6">
                <dgm:presOf axis="root ch desOrSelf" ptType="all node node" st="1 6 1" cnt="1 1 0"/>
              </dgm:if>
              <dgm:else name="Name69">
                <dgm:presOf axis="root ch desOrSelf" ptType="all node node" st="1 7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70" axis="ch" ptType="node" st="3" cnt="1">
      <dgm:layoutNode name="circ3" styleLbl="vennNode1">
        <dgm:alg type="sp"/>
        <dgm:shape xmlns:r="http://schemas.openxmlformats.org/officeDocument/2006/relationships" type="ellipse" r:blip="">
          <dgm:adjLst/>
        </dgm:shape>
        <dgm:choose name="Name71">
          <dgm:if name="Name72" func="var" arg="dir" op="equ" val="norm">
            <dgm:choose name="Name73">
              <dgm:if name="Name74" axis="root ch" ptType="all node" func="cnt" op="lte" val="4">
                <dgm:presOf axis="desOrSelf" ptType="node"/>
              </dgm:if>
              <dgm:else name="Name75">
                <dgm:presOf/>
              </dgm:else>
            </dgm:choose>
          </dgm:if>
          <dgm:else name="Name76">
            <dgm:choose name="Name77">
              <dgm:if name="Name78" axis="root ch" ptType="all node" func="cnt" op="equ" val="3">
                <dgm:presOf axis="root ch desOrSelf" ptType="all node node" st="1 2 1" cnt="1 1 0"/>
              </dgm:if>
              <dgm:if name="Name79" axis="root ch" ptType="all node" func="cnt" op="equ" val="4">
                <dgm:presOf axis="root ch desOrSelf" ptType="all node node" st="1 3 1" cnt="1 1 0"/>
              </dgm:if>
              <dgm:else name="Name80">
                <dgm:presOf/>
              </dgm:else>
            </dgm:choose>
          </dgm:else>
        </dgm:choose>
        <dgm:constrLst/>
        <dgm:ruleLst/>
      </dgm:layoutNode>
      <dgm:layoutNode name="circ3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81">
          <dgm:if name="Name82" func="var" arg="dir" op="equ" val="norm">
            <dgm:presOf axis="desOrSelf" ptType="node"/>
          </dgm:if>
          <dgm:else name="Name83">
            <dgm:choose name="Name84">
              <dgm:if name="Name85" axis="root ch" ptType="all node" func="cnt" op="equ" val="3">
                <dgm:presOf axis="root ch desOrSelf" ptType="all node node" st="1 2 1" cnt="1 1 0"/>
              </dgm:if>
              <dgm:if name="Name86" axis="root ch" ptType="all node" func="cnt" op="equ" val="4">
                <dgm:presOf axis="root ch desOrSelf" ptType="all node node" st="1 3 1" cnt="1 1 0"/>
              </dgm:if>
              <dgm:if name="Name87" axis="root ch" ptType="all node" func="cnt" op="equ" val="5">
                <dgm:presOf axis="root ch desOrSelf" ptType="all node node" st="1 4 1" cnt="1 1 0"/>
              </dgm:if>
              <dgm:if name="Name88" axis="root ch" ptType="all node" func="cnt" op="equ" val="6">
                <dgm:presOf axis="root ch desOrSelf" ptType="all node node" st="1 5 1" cnt="1 1 0"/>
              </dgm:if>
              <dgm:else name="Name89">
                <dgm:presOf axis="root ch desOrSelf" ptType="all node node" st="1 6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90" axis="ch" ptType="node" st="4" cnt="1">
      <dgm:layoutNode name="circ4" styleLbl="vennNode1">
        <dgm:alg type="sp"/>
        <dgm:shape xmlns:r="http://schemas.openxmlformats.org/officeDocument/2006/relationships" type="ellipse" r:blip="">
          <dgm:adjLst/>
        </dgm:shape>
        <dgm:choose name="Name91">
          <dgm:if name="Name92" func="var" arg="dir" op="equ" val="norm">
            <dgm:choose name="Name93">
              <dgm:if name="Name94" axis="root ch" ptType="all node" func="cnt" op="lte" val="4">
                <dgm:presOf axis="desOrSelf" ptType="node"/>
              </dgm:if>
              <dgm:else name="Name95">
                <dgm:presOf/>
              </dgm:else>
            </dgm:choose>
          </dgm:if>
          <dgm:else name="Name96">
            <dgm:choose name="Name97">
              <dgm:if name="Name98" axis="root ch" ptType="all node" func="cnt" op="equ" val="4">
                <dgm:presOf axis="root ch desOrSelf" ptType="all node node" st="1 2 1" cnt="1 1 0"/>
              </dgm:if>
              <dgm:else name="Name99">
                <dgm:presOf/>
              </dgm:else>
            </dgm:choose>
          </dgm:else>
        </dgm:choose>
        <dgm:constrLst/>
        <dgm:ruleLst/>
      </dgm:layoutNode>
      <dgm:layoutNode name="circ4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0">
          <dgm:if name="Name101" func="var" arg="dir" op="equ" val="norm">
            <dgm:presOf axis="desOrSelf" ptType="node"/>
          </dgm:if>
          <dgm:else name="Name102">
            <dgm:choose name="Name103">
              <dgm:if name="Name104" axis="root ch" ptType="all node" func="cnt" op="equ" val="4">
                <dgm:presOf axis="root ch desOrSelf" ptType="all node node" st="1 2 1" cnt="1 1 0"/>
              </dgm:if>
              <dgm:if name="Name105" axis="root ch" ptType="all node" func="cnt" op="equ" val="5">
                <dgm:presOf axis="root ch desOrSelf" ptType="all node node" st="1 3 1" cnt="1 1 0"/>
              </dgm:if>
              <dgm:if name="Name106" axis="root ch" ptType="all node" func="cnt" op="equ" val="6">
                <dgm:presOf axis="root ch desOrSelf" ptType="all node node" st="1 4 1" cnt="1 1 0"/>
              </dgm:if>
              <dgm:else name="Name107">
                <dgm:presOf axis="root ch desOrSelf" ptType="all node node" st="1 5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08" axis="ch" ptType="node" st="5" cnt="1">
      <dgm:layoutNode name="circ5" styleLbl="vennNode1">
        <dgm:alg type="sp"/>
        <dgm:shape xmlns:r="http://schemas.openxmlformats.org/officeDocument/2006/relationships" type="ellipse" r:blip="">
          <dgm:adjLst/>
        </dgm:shape>
        <dgm:presOf/>
        <dgm:constrLst/>
        <dgm:ruleLst/>
      </dgm:layoutNode>
      <dgm:layoutNode name="circ5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9">
          <dgm:if name="Name110" func="var" arg="dir" op="equ" val="norm">
            <dgm:presOf axis="desOrSelf" ptType="node"/>
          </dgm:if>
          <dgm:else name="Name111">
            <dgm:choose name="Name112">
              <dgm:if name="Name113" axis="root ch" ptType="all node" func="cnt" op="equ" val="5">
                <dgm:presOf axis="root ch desOrSelf" ptType="all node node" st="1 2 1" cnt="1 1 0"/>
              </dgm:if>
              <dgm:if name="Name114" axis="root ch" ptType="all node" func="cnt" op="equ" val="6">
                <dgm:presOf axis="root ch desOrSelf" ptType="all node node" st="1 3 1" cnt="1 1 0"/>
              </dgm:if>
              <dgm:else name="Name115">
                <dgm:presOf axis="root ch desOrSelf" ptType="all node node" st="1 4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16" axis="ch" ptType="node" st="6" cnt="1">
      <dgm:layoutNode name="circ6" styleLbl="vennNode1">
        <dgm:alg type="sp"/>
        <dgm:shape xmlns:r="http://schemas.openxmlformats.org/officeDocument/2006/relationships" type="ellipse" r:blip="">
          <dgm:adjLst/>
        </dgm:shape>
        <dgm:presOf/>
        <dgm:constrLst/>
        <dgm:ruleLst/>
      </dgm:layoutNode>
      <dgm:layoutNode name="circ6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17">
          <dgm:if name="Name118" func="var" arg="dir" op="equ" val="norm">
            <dgm:presOf axis="desOrSelf" ptType="node"/>
          </dgm:if>
          <dgm:else name="Name119">
            <dgm:choose name="Name120">
              <dgm:if name="Name121" axis="root ch" ptType="all node" func="cnt" op="equ" val="6">
                <dgm:presOf axis="root ch desOrSelf" ptType="all node node" st="1 2 1" cnt="1 1 0"/>
              </dgm:if>
              <dgm:else name="Name122">
                <dgm:presOf axis="root ch desOrSelf" ptType="all node node" st="1 3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23" axis="ch" ptType="node" st="7" cnt="1">
      <dgm:layoutNode name="circ7" styleLbl="vennNode1">
        <dgm:alg type="sp"/>
        <dgm:shape xmlns:r="http://schemas.openxmlformats.org/officeDocument/2006/relationships" type="ellipse" r:blip="">
          <dgm:adjLst/>
        </dgm:shape>
        <dgm:presOf/>
        <dgm:constrLst/>
        <dgm:ruleLst/>
      </dgm:layoutNode>
      <dgm:layoutNode name="circ7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24">
          <dgm:if name="Name125" func="var" arg="dir" op="equ" val="norm">
            <dgm:presOf axis="desOrSelf" ptType="node"/>
          </dgm:if>
          <dgm:else name="Name126">
            <dgm:presOf axis="root ch desOrSelf" ptType="all node node" st="1 2 1" cnt="1 1 0"/>
          </dgm:else>
        </dgm:choose>
        <dgm:constrLst>
          <dgm:constr type="tMarg"/>
          <dgm:constr type="bMarg"/>
          <dgm:constr type="lMarg"/>
          <dgm:constr type="rMarg"/>
          <dgm:constr type="primFontSz" val="65"/>
        </dgm:constrLst>
        <dgm:ruleLst>
          <dgm:rule type="primFontSz" val="5" fact="NaN" max="NaN"/>
        </dgm:ruleLst>
      </dgm:layoutNode>
    </dgm:forEach>
  </dgm:layoutNode>
</dgm:layoutDef>
</file>

<file path=ppt/diagrams/layout4.xml><?xml version="1.0" encoding="utf-8"?>
<dgm:layoutDef xmlns:dgm="http://schemas.openxmlformats.org/drawingml/2006/diagram" xmlns:a="http://schemas.openxmlformats.org/drawingml/2006/main" uniqueId="urn:microsoft.com/office/officeart/2005/8/layout/radial1">
  <dgm:title val=""/>
  <dgm:desc val=""/>
  <dgm:catLst>
    <dgm:cat type="relationship" pri="22000"/>
    <dgm:cat type="cycle" pri="10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90"/>
              <dgm:param type="spanAng" val="360"/>
              <dgm:param type="ctrShpMap" val="fNode"/>
            </dgm:alg>
          </dgm:if>
          <dgm:else name="Name4">
            <dgm:alg type="cycle">
              <dgm:param type="stAng" val="0"/>
              <dgm:param type="spanAng" val="360"/>
              <dgm:param type="ctrShpMap" val="fNode"/>
            </dgm:alg>
          </dgm:else>
        </dgm:choose>
      </dgm:if>
      <dgm:else name="Name5">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node" refType="w" refFor="ch" refForName="centerShape" op="equ"/>
      <dgm:constr type="sp" refType="w" refFor="ch" refForName="node" fact="0.3"/>
      <dgm:constr type="sibSp" refType="w" refFor="ch" refForName="node" fact="0.3"/>
      <dgm:constr type="primFontSz" for="ch" forName="centerShape" val="65"/>
      <dgm:constr type="primFontSz" for="des" forName="node" op="equ" val="65"/>
      <dgm:constr type="primFontSz" for="des" forName="connTx" val="55"/>
      <dgm:constr type="primFontSz" for="des" forName="connTx" refType="primFontSz" refFor="ch" refForName="centerShape" op="lte" fact="0.8"/>
    </dgm:constrLst>
    <dgm:ruleLst/>
    <dgm:forEach name="Name6"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forEach name="Name7" axis="ch">
        <dgm:forEach name="Name8" axis="self" ptType="parTrans">
          <dgm:layoutNode name="Name9">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connDist"/>
              <dgm:constr type="userA" for="ch" refType="connDist"/>
              <dgm:constr type="w" val="1"/>
              <dgm:constr type="h" val="5"/>
              <dgm:constr type="begPad"/>
              <dgm:constr type="endPad"/>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w" val="NaN" fact="0.8" max="NaN"/>
                <dgm:rule type="h" val="NaN" fact="1" max="NaN"/>
                <dgm:rule type="primFontSz" val="5" fact="NaN" max="NaN"/>
              </dgm:ruleLst>
            </dgm:layoutNode>
          </dgm:layoutNode>
        </dgm:forEach>
        <dgm:forEach name="Name10"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forEach>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radial4">
  <dgm:title val=""/>
  <dgm:desc val=""/>
  <dgm:catLst>
    <dgm:cat type="relationship" pri="190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t modelId="11"/>
        <dgm:pt modelId="12"/>
      </dgm:ptLst>
      <dgm:cxnLst>
        <dgm:cxn modelId="2" srcId="0" destId="1" srcOrd="0" destOrd="0"/>
        <dgm:cxn modelId="15" srcId="1" destId="11" srcOrd="0" destOrd="0"/>
        <dgm:cxn modelId="16" srcId="1" destId="12" srcOrd="1"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0"/>
              <dgm:param type="spanAng" val="360"/>
              <dgm:param type="ctrShpMap" val="fNode"/>
            </dgm:alg>
          </dgm:if>
          <dgm:else name="Name4">
            <dgm:choose name="Name5">
              <dgm:if name="Name6" axis="ch ch" ptType="node node" st="1 1" cnt="1 0" func="cnt" op="lte" val="3">
                <dgm:alg type="cycle">
                  <dgm:param type="stAng" val="-55"/>
                  <dgm:param type="spanAng" val="110"/>
                  <dgm:param type="ctrShpMap" val="fNode"/>
                </dgm:alg>
              </dgm:if>
              <dgm:else name="Name7">
                <dgm:choose name="Name8">
                  <dgm:if name="Name9" axis="ch ch" ptType="node node" st="1 1" cnt="1 0" func="cnt" op="equ" val="4">
                    <dgm:alg type="cycle">
                      <dgm:param type="stAng" val="-75"/>
                      <dgm:param type="spanAng" val="150"/>
                      <dgm:param type="ctrShpMap" val="fNode"/>
                    </dgm:alg>
                  </dgm:if>
                  <dgm:else name="Name10">
                    <dgm:alg type="cycle">
                      <dgm:param type="stAng" val="-90"/>
                      <dgm:param type="spanAng" val="180"/>
                      <dgm:param type="ctrShpMap" val="fNode"/>
                    </dgm:alg>
                  </dgm:else>
                </dgm:choose>
              </dgm:else>
            </dgm:choose>
          </dgm:else>
        </dgm:choose>
      </dgm:if>
      <dgm:else name="Name11">
        <dgm:choose name="Name12">
          <dgm:if name="Name13" axis="ch ch" ptType="node node" st="1 1" cnt="1 0" func="cnt" op="lte" val="1">
            <dgm:alg type="cycle">
              <dgm:param type="stAng" val="0"/>
              <dgm:param type="spanAng" val="-360"/>
              <dgm:param type="ctrShpMap" val="fNode"/>
            </dgm:alg>
          </dgm:if>
          <dgm:else name="Name14">
            <dgm:choose name="Name15">
              <dgm:if name="Name16" axis="ch ch" ptType="node node" st="1 1" cnt="1 0" func="cnt" op="lte" val="3">
                <dgm:alg type="cycle">
                  <dgm:param type="stAng" val="55"/>
                  <dgm:param type="spanAng" val="-110"/>
                  <dgm:param type="ctrShpMap" val="fNode"/>
                </dgm:alg>
              </dgm:if>
              <dgm:else name="Name17">
                <dgm:choose name="Name18">
                  <dgm:if name="Name19" axis="ch ch" ptType="node node" st="1 1" cnt="1 0" func="cnt" op="equ" val="4">
                    <dgm:alg type="cycle">
                      <dgm:param type="stAng" val="75"/>
                      <dgm:param type="spanAng" val="-150"/>
                      <dgm:param type="ctrShpMap" val="fNode"/>
                    </dgm:alg>
                  </dgm:if>
                  <dgm:else name="Name20">
                    <dgm:alg type="cycle">
                      <dgm:param type="stAng" val="90"/>
                      <dgm:param type="spanAng" val="-180"/>
                      <dgm:param type="ctrShpMap" val="fNode"/>
                    </dgm:alg>
                  </dgm:else>
                </dgm:choose>
              </dgm:else>
            </dgm:choose>
          </dgm:else>
        </dgm:choose>
      </dgm:else>
    </dgm:choose>
    <dgm:shape xmlns:r="http://schemas.openxmlformats.org/officeDocument/2006/relationships" r:blip="">
      <dgm:adjLst/>
    </dgm:shape>
    <dgm:presOf/>
    <dgm:constrLst>
      <dgm:constr type="w" for="ch" forName="centerShape" refType="w"/>
      <dgm:constr type="w" for="ch" forName="node" refType="w" refFor="ch" refForName="centerShape" fact="0.95"/>
      <dgm:constr type="h" for="ch" forName="parTrans" refType="w" refFor="ch" refForName="centerShape" fact="0.285"/>
      <dgm:constr type="sp" refType="w" refFor="ch" refForName="centerShape" op="equ" fact="0.23"/>
      <dgm:constr type="sibSp" refType="w" refFor="ch" refForName="node" fact="0.1"/>
      <dgm:constr type="primFontSz" for="ch" forName="node" op="equ"/>
    </dgm:constrLst>
    <dgm:choose name="Name21">
      <dgm:if name="Name22" axis="ch ch" ptType="node node" st="1 1" cnt="1 0" func="cnt" op="lte" val="5">
        <dgm:ruleLst>
          <dgm:rule type="w" for="ch" forName="centerShape" val="NaN" fact="0.27" max="NaN"/>
        </dgm:ruleLst>
      </dgm:if>
      <dgm:else name="Name23">
        <dgm:ruleLst>
          <dgm:rule type="w" for="ch" forName="centerShape" val="NaN" fact="0.27" max="NaN"/>
          <dgm:rule type="w" for="ch" forName="node" val="NaN" fact="0.7" max="NaN"/>
        </dgm:ruleLst>
      </dgm:else>
    </dgm:choose>
    <dgm:forEach name="Name24" axis="ch" ptType="node" cnt="1">
      <dgm:layoutNode name="centerShape" styleLbl="node0">
        <dgm:alg type="tx"/>
        <dgm:shape xmlns:r="http://schemas.openxmlformats.org/officeDocument/2006/relationships" type="ellipse" r:blip="">
          <dgm:adjLst/>
        </dgm:shape>
        <dgm:presOf axis="self"/>
        <dgm:constrLst>
          <dgm:constr type="tMarg" refType="primFontSz" fact="0.05"/>
          <dgm:constr type="bMarg" refType="primFontSz" fact="0.05"/>
          <dgm:constr type="lMarg" refType="primFontSz" fact="0.05"/>
          <dgm:constr type="rMarg" refType="primFontSz" fact="0.05"/>
          <dgm:constr type="primFontSz" val="65"/>
          <dgm:constr type="h" refType="w"/>
        </dgm:constrLst>
        <dgm:ruleLst>
          <dgm:rule type="primFontSz" val="5" fact="NaN" max="NaN"/>
        </dgm:ruleLst>
      </dgm:layoutNode>
      <dgm:forEach name="Name25" axis="ch">
        <dgm:forEach name="Name26" axis="self" ptType="parTrans">
          <dgm:layoutNode name="parTrans" styleLbl="bgSibTrans2D1">
            <dgm:alg type="conn">
              <dgm:param type="begPts" val="auto"/>
              <dgm:param type="endPts" val="ctr"/>
              <dgm:param type="endSty" val="noArr"/>
              <dgm:param type="begSty" val="arr"/>
            </dgm:alg>
            <dgm:shape xmlns:r="http://schemas.openxmlformats.org/officeDocument/2006/relationships" type="conn" r:blip="">
              <dgm:adjLst/>
            </dgm:shape>
            <dgm:presOf axis="self"/>
            <dgm:constrLst>
              <dgm:constr type="begPad" refType="connDist" fact="0.055"/>
              <dgm:constr type="endPad"/>
            </dgm:constrLst>
            <dgm:ruleLst/>
          </dgm:layoutNode>
        </dgm:forEach>
        <dgm:forEach name="Name27" axis="self" ptType="node">
          <dgm:layoutNode name="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h" refType="w" fact="0.8"/>
              <dgm:constr type="tMarg" refType="primFontSz" fact="0.15"/>
              <dgm:constr type="bMarg" refType="primFontSz" fact="0.15"/>
              <dgm:constr type="lMarg" refType="primFontSz" fact="0.15"/>
              <dgm:constr type="rMarg" refType="primFontSz" fact="0.15"/>
            </dgm:constrLst>
            <dgm:ruleLst>
              <dgm:rule type="primFontSz" val="5" fact="NaN" max="NaN"/>
            </dgm:ruleLst>
          </dgm:layoutNode>
        </dgm:forEach>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2">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3">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4">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5">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B7FCCD5-121B-42E9-8F3E-A504CA761D3D}" type="datetimeFigureOut">
              <a:rPr lang="en-US" smtClean="0"/>
              <a:t>8/23/2026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F6F681E-1CFA-477F-8EA7-77AB10516CFA}" type="slidenum">
              <a:rPr lang="en-US" smtClean="0"/>
              <a:t>‹#›</a:t>
            </a:fld>
            <a:endParaRPr lang="en-US"/>
          </a:p>
        </p:txBody>
      </p:sp>
    </p:spTree>
    <p:extLst>
      <p:ext uri="{BB962C8B-B14F-4D97-AF65-F5344CB8AC3E}">
        <p14:creationId xmlns:p14="http://schemas.microsoft.com/office/powerpoint/2010/main" val="37290182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My primary audience are university administrators and academic leaders responsible for student retention and student support</a:t>
            </a:r>
          </a:p>
        </p:txBody>
      </p:sp>
      <p:sp>
        <p:nvSpPr>
          <p:cNvPr id="4" name="Slide Number Placeholder 3"/>
          <p:cNvSpPr>
            <a:spLocks noGrp="1"/>
          </p:cNvSpPr>
          <p:nvPr>
            <p:ph type="sldNum" sz="quarter" idx="5"/>
          </p:nvPr>
        </p:nvSpPr>
        <p:spPr/>
        <p:txBody>
          <a:bodyPr/>
          <a:lstStyle/>
          <a:p>
            <a:fld id="{CF6F681E-1CFA-477F-8EA7-77AB10516CFA}" type="slidenum">
              <a:rPr lang="en-US" smtClean="0"/>
              <a:t>1</a:t>
            </a:fld>
            <a:endParaRPr lang="en-US"/>
          </a:p>
        </p:txBody>
      </p:sp>
    </p:spTree>
    <p:extLst>
      <p:ext uri="{BB962C8B-B14F-4D97-AF65-F5344CB8AC3E}">
        <p14:creationId xmlns:p14="http://schemas.microsoft.com/office/powerpoint/2010/main" val="3827061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Assessment Date, Credit and Score should form Spotting Strategy while IMD Band, Highest Education Level, Region, Gender and Previous Attempts should form Mitigation Targets.</a:t>
            </a:r>
          </a:p>
        </p:txBody>
      </p:sp>
      <p:sp>
        <p:nvSpPr>
          <p:cNvPr id="4" name="Slide Number Placeholder 3"/>
          <p:cNvSpPr>
            <a:spLocks noGrp="1"/>
          </p:cNvSpPr>
          <p:nvPr>
            <p:ph type="sldNum" sz="quarter" idx="5"/>
          </p:nvPr>
        </p:nvSpPr>
        <p:spPr/>
        <p:txBody>
          <a:bodyPr/>
          <a:lstStyle/>
          <a:p>
            <a:fld id="{CF6F681E-1CFA-477F-8EA7-77AB10516CFA}" type="slidenum">
              <a:rPr lang="en-US" smtClean="0"/>
              <a:t>2</a:t>
            </a:fld>
            <a:endParaRPr lang="en-US"/>
          </a:p>
        </p:txBody>
      </p:sp>
    </p:spTree>
    <p:extLst>
      <p:ext uri="{BB962C8B-B14F-4D97-AF65-F5344CB8AC3E}">
        <p14:creationId xmlns:p14="http://schemas.microsoft.com/office/powerpoint/2010/main" val="12904490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2400" dirty="0"/>
              <a:t>The structure of learning at university is characterized by: </a:t>
            </a:r>
            <a:r>
              <a:rPr lang="en-US" sz="2000" dirty="0"/>
              <a:t>A fast-paced learning system &amp; High levels of student autonomy.</a:t>
            </a:r>
          </a:p>
          <a:p>
            <a:r>
              <a:rPr lang="en-IN" sz="2400" dirty="0"/>
              <a:t>The problem isn't simply that university education is difficult. Students have considerable independence while content moves quickly. A student who starts struggling can later fall behind before an instructor recognizes the problem.</a:t>
            </a:r>
            <a:endParaRPr lang="en-US" dirty="0"/>
          </a:p>
        </p:txBody>
      </p:sp>
      <p:sp>
        <p:nvSpPr>
          <p:cNvPr id="4" name="Slide Number Placeholder 3"/>
          <p:cNvSpPr>
            <a:spLocks noGrp="1"/>
          </p:cNvSpPr>
          <p:nvPr>
            <p:ph type="sldNum" sz="quarter" idx="5"/>
          </p:nvPr>
        </p:nvSpPr>
        <p:spPr/>
        <p:txBody>
          <a:bodyPr/>
          <a:lstStyle/>
          <a:p>
            <a:fld id="{CF6F681E-1CFA-477F-8EA7-77AB10516CFA}" type="slidenum">
              <a:rPr lang="en-US" smtClean="0"/>
              <a:t>3</a:t>
            </a:fld>
            <a:endParaRPr lang="en-US"/>
          </a:p>
        </p:txBody>
      </p:sp>
    </p:spTree>
    <p:extLst>
      <p:ext uri="{BB962C8B-B14F-4D97-AF65-F5344CB8AC3E}">
        <p14:creationId xmlns:p14="http://schemas.microsoft.com/office/powerpoint/2010/main" val="20640456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The analysis presented in the visualization above focuses on students who ultimately 'Withdrawn' from their courses. By identifying their </a:t>
            </a:r>
            <a:r>
              <a:rPr lang="en-US" sz="1200" i="1" kern="1200" dirty="0">
                <a:solidFill>
                  <a:schemeClr val="tx1"/>
                </a:solidFill>
                <a:effectLst/>
                <a:latin typeface="+mn-lt"/>
                <a:ea typeface="+mn-ea"/>
                <a:cs typeface="+mn-cs"/>
              </a:rPr>
              <a:t>last recorded assessment date</a:t>
            </a:r>
            <a:r>
              <a:rPr lang="en-US" sz="1200" kern="1200" dirty="0">
                <a:solidFill>
                  <a:schemeClr val="tx1"/>
                </a:solidFill>
                <a:effectLst/>
                <a:latin typeface="+mn-lt"/>
                <a:ea typeface="+mn-ea"/>
                <a:cs typeface="+mn-cs"/>
              </a:rPr>
              <a:t>, information into when students are most likely to drop out is provided.</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The peaks in this histogram pinpoint specific periods when a higher number of withdrawn students submitted their final assessment before formally dropping out. For early periods in the class, the peaks are noted for the following assessment dates; 19, 24, 34, 49, 54 and 69. </a:t>
            </a:r>
            <a:endParaRPr lang="en-US" dirty="0"/>
          </a:p>
          <a:p>
            <a:endParaRPr lang="en-US" dirty="0"/>
          </a:p>
        </p:txBody>
      </p:sp>
      <p:sp>
        <p:nvSpPr>
          <p:cNvPr id="4" name="Slide Number Placeholder 3"/>
          <p:cNvSpPr>
            <a:spLocks noGrp="1"/>
          </p:cNvSpPr>
          <p:nvPr>
            <p:ph type="sldNum" sz="quarter" idx="5"/>
          </p:nvPr>
        </p:nvSpPr>
        <p:spPr/>
        <p:txBody>
          <a:bodyPr/>
          <a:lstStyle/>
          <a:p>
            <a:fld id="{CF6F681E-1CFA-477F-8EA7-77AB10516CFA}" type="slidenum">
              <a:rPr lang="en-US" smtClean="0"/>
              <a:t>4</a:t>
            </a:fld>
            <a:endParaRPr lang="en-US"/>
          </a:p>
        </p:txBody>
      </p:sp>
    </p:spTree>
    <p:extLst>
      <p:ext uri="{BB962C8B-B14F-4D97-AF65-F5344CB8AC3E}">
        <p14:creationId xmlns:p14="http://schemas.microsoft.com/office/powerpoint/2010/main" val="6341871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Assessment performance, The line plot shows the smoothed average assessment score trend over date for all </a:t>
            </a:r>
            <a:r>
              <a:rPr lang="en-US" sz="1200" kern="1200" dirty="0" err="1">
                <a:solidFill>
                  <a:schemeClr val="tx1"/>
                </a:solidFill>
                <a:effectLst/>
                <a:latin typeface="+mn-lt"/>
                <a:ea typeface="+mn-ea"/>
                <a:cs typeface="+mn-cs"/>
              </a:rPr>
              <a:t>final_result</a:t>
            </a:r>
            <a:r>
              <a:rPr lang="en-US" sz="1200" kern="1200" dirty="0">
                <a:solidFill>
                  <a:schemeClr val="tx1"/>
                </a:solidFill>
                <a:effectLst/>
                <a:latin typeface="+mn-lt"/>
                <a:ea typeface="+mn-ea"/>
                <a:cs typeface="+mn-cs"/>
              </a:rPr>
              <a:t> categories, with the 'Withdrawn' trend line highlighted in blue. The prominent blue 'Withdrawn' line vividly illustrates that these students frequently maintain a lower average score throughout the module or experience significant, sustained declines early on. Notably, an assessment score of 72 serves as a consistent threshold across assessments below which a student has a higher exposure to the risk of withdrawing from a class.</a:t>
            </a:r>
          </a:p>
          <a:p>
            <a:endParaRPr lang="en-US" dirty="0"/>
          </a:p>
        </p:txBody>
      </p:sp>
      <p:sp>
        <p:nvSpPr>
          <p:cNvPr id="4" name="Slide Number Placeholder 3"/>
          <p:cNvSpPr>
            <a:spLocks noGrp="1"/>
          </p:cNvSpPr>
          <p:nvPr>
            <p:ph type="sldNum" sz="quarter" idx="5"/>
          </p:nvPr>
        </p:nvSpPr>
        <p:spPr/>
        <p:txBody>
          <a:bodyPr/>
          <a:lstStyle/>
          <a:p>
            <a:fld id="{CF6F681E-1CFA-477F-8EA7-77AB10516CFA}" type="slidenum">
              <a:rPr lang="en-US" smtClean="0"/>
              <a:t>5</a:t>
            </a:fld>
            <a:endParaRPr lang="en-US"/>
          </a:p>
        </p:txBody>
      </p:sp>
    </p:spTree>
    <p:extLst>
      <p:ext uri="{BB962C8B-B14F-4D97-AF65-F5344CB8AC3E}">
        <p14:creationId xmlns:p14="http://schemas.microsoft.com/office/powerpoint/2010/main" val="10524281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2400" dirty="0"/>
              <a:t>Instructors are tied up with the fast-paced learning system and maintaining the high levels of student autonomy; both of which are outside the control of the instructors. </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2400" dirty="0"/>
              <a:t>Rather then changing the system , the university should identify risk earlier and provide targeted support.</a:t>
            </a:r>
          </a:p>
          <a:p>
            <a:r>
              <a:rPr lang="en-US" sz="2400" dirty="0"/>
              <a:t>  </a:t>
            </a:r>
          </a:p>
          <a:p>
            <a:endParaRPr lang="en-US" dirty="0"/>
          </a:p>
        </p:txBody>
      </p:sp>
      <p:sp>
        <p:nvSpPr>
          <p:cNvPr id="4" name="Slide Number Placeholder 3"/>
          <p:cNvSpPr>
            <a:spLocks noGrp="1"/>
          </p:cNvSpPr>
          <p:nvPr>
            <p:ph type="sldNum" sz="quarter" idx="5"/>
          </p:nvPr>
        </p:nvSpPr>
        <p:spPr/>
        <p:txBody>
          <a:bodyPr/>
          <a:lstStyle/>
          <a:p>
            <a:fld id="{CF6F681E-1CFA-477F-8EA7-77AB10516CFA}" type="slidenum">
              <a:rPr lang="en-US" smtClean="0"/>
              <a:t>6</a:t>
            </a:fld>
            <a:endParaRPr lang="en-US"/>
          </a:p>
        </p:txBody>
      </p:sp>
    </p:spTree>
    <p:extLst>
      <p:ext uri="{BB962C8B-B14F-4D97-AF65-F5344CB8AC3E}">
        <p14:creationId xmlns:p14="http://schemas.microsoft.com/office/powerpoint/2010/main" val="19577560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0" dirty="0"/>
              <a:t>Model Comparison: The baseline model, a Decision Tree Regressor, achieved an R² of 0.7645.</a:t>
            </a:r>
          </a:p>
          <a:p>
            <a:r>
              <a:rPr lang="en-IN" b="0" dirty="0"/>
              <a:t>The Gradient Boosting Regressor underperformed the baseline, achieving an R² of 0.4887.</a:t>
            </a:r>
          </a:p>
          <a:p>
            <a:r>
              <a:rPr lang="en-IN" b="0" dirty="0"/>
              <a:t>In comparison, the Random Forest Regressor achieved the best performance with an R² of 0.8459, improving on the Decision Tree baseline by 0.0814.</a:t>
            </a:r>
          </a:p>
          <a:p>
            <a:endParaRPr lang="en-US" b="0" dirty="0"/>
          </a:p>
        </p:txBody>
      </p:sp>
      <p:sp>
        <p:nvSpPr>
          <p:cNvPr id="4" name="Slide Number Placeholder 3"/>
          <p:cNvSpPr>
            <a:spLocks noGrp="1"/>
          </p:cNvSpPr>
          <p:nvPr>
            <p:ph type="sldNum" sz="quarter" idx="5"/>
          </p:nvPr>
        </p:nvSpPr>
        <p:spPr/>
        <p:txBody>
          <a:bodyPr/>
          <a:lstStyle/>
          <a:p>
            <a:fld id="{CF6F681E-1CFA-477F-8EA7-77AB10516CFA}" type="slidenum">
              <a:rPr lang="en-US" smtClean="0"/>
              <a:t>7</a:t>
            </a:fld>
            <a:endParaRPr lang="en-US"/>
          </a:p>
        </p:txBody>
      </p:sp>
    </p:spTree>
    <p:extLst>
      <p:ext uri="{BB962C8B-B14F-4D97-AF65-F5344CB8AC3E}">
        <p14:creationId xmlns:p14="http://schemas.microsoft.com/office/powerpoint/2010/main" val="7725833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Feature Importance , With the highest importance, the date is the most critical feature , the timing of assessments or student activity relative to the module timeline is a primary driver of how long students 'survive' before withdrawing.</a:t>
            </a:r>
          </a:p>
          <a:p>
            <a:pPr lvl="0"/>
            <a:r>
              <a:rPr lang="en-US" sz="1200" kern="1200" dirty="0">
                <a:solidFill>
                  <a:schemeClr val="tx1"/>
                </a:solidFill>
                <a:effectLst/>
                <a:latin typeface="+mn-lt"/>
                <a:ea typeface="+mn-ea"/>
                <a:cs typeface="+mn-cs"/>
              </a:rPr>
              <a:t>The score on assessments is the second most important feature. Students performing well are likely to remain engaged longer, while consistently low scores might precede withdrawal.</a:t>
            </a:r>
          </a:p>
          <a:p>
            <a:pPr lvl="0"/>
            <a:r>
              <a:rPr lang="en-US" sz="1200" kern="1200" dirty="0">
                <a:solidFill>
                  <a:schemeClr val="tx1"/>
                </a:solidFill>
                <a:effectLst/>
                <a:latin typeface="+mn-lt"/>
                <a:ea typeface="+mn-ea"/>
                <a:cs typeface="+mn-cs"/>
              </a:rPr>
              <a:t>The number of </a:t>
            </a:r>
            <a:r>
              <a:rPr lang="en-US" sz="1200" kern="1200" dirty="0" err="1">
                <a:solidFill>
                  <a:schemeClr val="tx1"/>
                </a:solidFill>
                <a:effectLst/>
                <a:latin typeface="+mn-lt"/>
                <a:ea typeface="+mn-ea"/>
                <a:cs typeface="+mn-cs"/>
              </a:rPr>
              <a:t>studied_credits</a:t>
            </a:r>
            <a:r>
              <a:rPr lang="en-US" sz="1200" kern="1200" dirty="0">
                <a:solidFill>
                  <a:schemeClr val="tx1"/>
                </a:solidFill>
                <a:effectLst/>
                <a:latin typeface="+mn-lt"/>
                <a:ea typeface="+mn-ea"/>
                <a:cs typeface="+mn-cs"/>
              </a:rPr>
              <a:t> is also highly influential. This could reflect a student's workload, commitment, or academic capacity, all of which might impact their persistence in a module.</a:t>
            </a:r>
          </a:p>
        </p:txBody>
      </p:sp>
      <p:sp>
        <p:nvSpPr>
          <p:cNvPr id="4" name="Slide Number Placeholder 3"/>
          <p:cNvSpPr>
            <a:spLocks noGrp="1"/>
          </p:cNvSpPr>
          <p:nvPr>
            <p:ph type="sldNum" sz="quarter" idx="5"/>
          </p:nvPr>
        </p:nvSpPr>
        <p:spPr/>
        <p:txBody>
          <a:bodyPr/>
          <a:lstStyle/>
          <a:p>
            <a:fld id="{CF6F681E-1CFA-477F-8EA7-77AB10516CFA}" type="slidenum">
              <a:rPr lang="en-US" smtClean="0"/>
              <a:t>8</a:t>
            </a:fld>
            <a:endParaRPr lang="en-US"/>
          </a:p>
        </p:txBody>
      </p:sp>
    </p:spTree>
    <p:extLst>
      <p:ext uri="{BB962C8B-B14F-4D97-AF65-F5344CB8AC3E}">
        <p14:creationId xmlns:p14="http://schemas.microsoft.com/office/powerpoint/2010/main" val="17716720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Student Characteristics &amp; Withdrawal patterns, Features helps to understand the student.  </a:t>
            </a:r>
            <a:r>
              <a:rPr lang="en-IN" dirty="0"/>
              <a:t>withdrawal patterns are also associated with student background characteristics. These factors can help to understand an already identified at-risk student and potentially provide more targeted support.</a:t>
            </a:r>
            <a:endParaRPr lang="en-US" dirty="0"/>
          </a:p>
        </p:txBody>
      </p:sp>
      <p:sp>
        <p:nvSpPr>
          <p:cNvPr id="4" name="Slide Number Placeholder 3"/>
          <p:cNvSpPr>
            <a:spLocks noGrp="1"/>
          </p:cNvSpPr>
          <p:nvPr>
            <p:ph type="sldNum" sz="quarter" idx="5"/>
          </p:nvPr>
        </p:nvSpPr>
        <p:spPr/>
        <p:txBody>
          <a:bodyPr/>
          <a:lstStyle/>
          <a:p>
            <a:fld id="{CF6F681E-1CFA-477F-8EA7-77AB10516CFA}" type="slidenum">
              <a:rPr lang="en-US" smtClean="0"/>
              <a:t>9</a:t>
            </a:fld>
            <a:endParaRPr lang="en-US"/>
          </a:p>
        </p:txBody>
      </p:sp>
    </p:spTree>
    <p:extLst>
      <p:ext uri="{BB962C8B-B14F-4D97-AF65-F5344CB8AC3E}">
        <p14:creationId xmlns:p14="http://schemas.microsoft.com/office/powerpoint/2010/main" val="32170013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Based on the analysis, the spotting strategy should focus on key assessment dates—days 19, 24, 34, 49, 54, and 69. At these checkpoints, particular attention should be given to high-credit assessments and students scoring below 72. These indicators can help identify students who may require early support.</a:t>
            </a:r>
            <a:endParaRPr lang="en-US" dirty="0"/>
          </a:p>
        </p:txBody>
      </p:sp>
      <p:sp>
        <p:nvSpPr>
          <p:cNvPr id="4" name="Slide Number Placeholder 3"/>
          <p:cNvSpPr>
            <a:spLocks noGrp="1"/>
          </p:cNvSpPr>
          <p:nvPr>
            <p:ph type="sldNum" sz="quarter" idx="5"/>
          </p:nvPr>
        </p:nvSpPr>
        <p:spPr/>
        <p:txBody>
          <a:bodyPr/>
          <a:lstStyle/>
          <a:p>
            <a:fld id="{CF6F681E-1CFA-477F-8EA7-77AB10516CFA}" type="slidenum">
              <a:rPr lang="en-US" smtClean="0"/>
              <a:t>10</a:t>
            </a:fld>
            <a:endParaRPr lang="en-US"/>
          </a:p>
        </p:txBody>
      </p:sp>
    </p:spTree>
    <p:extLst>
      <p:ext uri="{BB962C8B-B14F-4D97-AF65-F5344CB8AC3E}">
        <p14:creationId xmlns:p14="http://schemas.microsoft.com/office/powerpoint/2010/main" val="62962359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Once an at-risk student is identified, factors such as IMD band, education level, region, gender, and previous attempts can provide additional context for support. Based on these patterns, universities may consider financial guidance and academic support depending on individual student needs. However, these interventions are inferred recommendations and were not directly tested in this study.</a:t>
            </a:r>
            <a:endParaRPr lang="en-US" dirty="0"/>
          </a:p>
        </p:txBody>
      </p:sp>
      <p:sp>
        <p:nvSpPr>
          <p:cNvPr id="4" name="Slide Number Placeholder 3"/>
          <p:cNvSpPr>
            <a:spLocks noGrp="1"/>
          </p:cNvSpPr>
          <p:nvPr>
            <p:ph type="sldNum" sz="quarter" idx="5"/>
          </p:nvPr>
        </p:nvSpPr>
        <p:spPr/>
        <p:txBody>
          <a:bodyPr/>
          <a:lstStyle/>
          <a:p>
            <a:fld id="{CF6F681E-1CFA-477F-8EA7-77AB10516CFA}" type="slidenum">
              <a:rPr lang="en-US" smtClean="0"/>
              <a:t>11</a:t>
            </a:fld>
            <a:endParaRPr lang="en-US"/>
          </a:p>
        </p:txBody>
      </p:sp>
    </p:spTree>
    <p:extLst>
      <p:ext uri="{BB962C8B-B14F-4D97-AF65-F5344CB8AC3E}">
        <p14:creationId xmlns:p14="http://schemas.microsoft.com/office/powerpoint/2010/main" val="372585589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First, the data comes only from The Open University, so the results may not apply to every university.</a:t>
            </a:r>
          </a:p>
          <a:p>
            <a:r>
              <a:rPr lang="en-IN" dirty="0"/>
              <a:t>Second, the mitigation recommendations are inferred from the data and were not directly tested.</a:t>
            </a:r>
          </a:p>
          <a:p>
            <a:r>
              <a:rPr lang="en-IN" dirty="0"/>
              <a:t>Third, different students may need different types of support, making the support strategy complex and potentially costly to implement.</a:t>
            </a:r>
            <a:endParaRPr lang="en-US" dirty="0"/>
          </a:p>
        </p:txBody>
      </p:sp>
      <p:sp>
        <p:nvSpPr>
          <p:cNvPr id="4" name="Slide Number Placeholder 3"/>
          <p:cNvSpPr>
            <a:spLocks noGrp="1"/>
          </p:cNvSpPr>
          <p:nvPr>
            <p:ph type="sldNum" sz="quarter" idx="5"/>
          </p:nvPr>
        </p:nvSpPr>
        <p:spPr/>
        <p:txBody>
          <a:bodyPr/>
          <a:lstStyle/>
          <a:p>
            <a:fld id="{CF6F681E-1CFA-477F-8EA7-77AB10516CFA}" type="slidenum">
              <a:rPr lang="en-US" smtClean="0"/>
              <a:t>12</a:t>
            </a:fld>
            <a:endParaRPr lang="en-US"/>
          </a:p>
        </p:txBody>
      </p:sp>
    </p:spTree>
    <p:extLst>
      <p:ext uri="{BB962C8B-B14F-4D97-AF65-F5344CB8AC3E}">
        <p14:creationId xmlns:p14="http://schemas.microsoft.com/office/powerpoint/2010/main" val="42193949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BAA1CB-4BE9-4F64-8F7B-613E4875607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4B548DC-7284-4D8A-A979-4AAE589A2AE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75B5127-3830-4DB4-8074-2E7FFE8F6C7F}"/>
              </a:ext>
            </a:extLst>
          </p:cNvPr>
          <p:cNvSpPr>
            <a:spLocks noGrp="1"/>
          </p:cNvSpPr>
          <p:nvPr>
            <p:ph type="dt" sz="half" idx="10"/>
          </p:nvPr>
        </p:nvSpPr>
        <p:spPr/>
        <p:txBody>
          <a:bodyPr/>
          <a:lstStyle/>
          <a:p>
            <a:fld id="{1B05EB68-5896-45DC-8C5A-C775816B74C0}" type="datetime1">
              <a:rPr lang="en-US" smtClean="0"/>
              <a:t>8/23/2026</a:t>
            </a:fld>
            <a:endParaRPr lang="en-US"/>
          </a:p>
        </p:txBody>
      </p:sp>
      <p:sp>
        <p:nvSpPr>
          <p:cNvPr id="5" name="Footer Placeholder 4">
            <a:extLst>
              <a:ext uri="{FF2B5EF4-FFF2-40B4-BE49-F238E27FC236}">
                <a16:creationId xmlns:a16="http://schemas.microsoft.com/office/drawing/2014/main" id="{754D3BA2-4EF2-4707-B24D-D29A9DB8B14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D6AD1A3-1B74-4018-85C9-8023A3A7C0A5}"/>
              </a:ext>
            </a:extLst>
          </p:cNvPr>
          <p:cNvSpPr>
            <a:spLocks noGrp="1"/>
          </p:cNvSpPr>
          <p:nvPr>
            <p:ph type="sldNum" sz="quarter" idx="12"/>
          </p:nvPr>
        </p:nvSpPr>
        <p:spPr/>
        <p:txBody>
          <a:bodyPr/>
          <a:lstStyle/>
          <a:p>
            <a:fld id="{662530B2-E2E6-462C-ACF8-2A7BCFFCA905}" type="slidenum">
              <a:rPr lang="en-US" smtClean="0"/>
              <a:t>‹#›</a:t>
            </a:fld>
            <a:endParaRPr lang="en-US"/>
          </a:p>
        </p:txBody>
      </p:sp>
    </p:spTree>
    <p:extLst>
      <p:ext uri="{BB962C8B-B14F-4D97-AF65-F5344CB8AC3E}">
        <p14:creationId xmlns:p14="http://schemas.microsoft.com/office/powerpoint/2010/main" val="26424110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BBE107-062B-42EC-8AB1-FAAA61C279B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88CAEBC-6EDD-4840-B28E-275B4ABF240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9AA20CA-A350-4C4F-830C-290E729ABCF8}"/>
              </a:ext>
            </a:extLst>
          </p:cNvPr>
          <p:cNvSpPr>
            <a:spLocks noGrp="1"/>
          </p:cNvSpPr>
          <p:nvPr>
            <p:ph type="dt" sz="half" idx="10"/>
          </p:nvPr>
        </p:nvSpPr>
        <p:spPr/>
        <p:txBody>
          <a:bodyPr/>
          <a:lstStyle/>
          <a:p>
            <a:fld id="{1ACF102E-A5A0-4F67-9BDA-98516A106A45}" type="datetime1">
              <a:rPr lang="en-US" smtClean="0"/>
              <a:t>8/23/2026</a:t>
            </a:fld>
            <a:endParaRPr lang="en-US"/>
          </a:p>
        </p:txBody>
      </p:sp>
      <p:sp>
        <p:nvSpPr>
          <p:cNvPr id="5" name="Footer Placeholder 4">
            <a:extLst>
              <a:ext uri="{FF2B5EF4-FFF2-40B4-BE49-F238E27FC236}">
                <a16:creationId xmlns:a16="http://schemas.microsoft.com/office/drawing/2014/main" id="{32F9D954-1042-4A1A-96D0-A9337BB5D35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C636256-55A6-48DB-9DF5-F456A91148C6}"/>
              </a:ext>
            </a:extLst>
          </p:cNvPr>
          <p:cNvSpPr>
            <a:spLocks noGrp="1"/>
          </p:cNvSpPr>
          <p:nvPr>
            <p:ph type="sldNum" sz="quarter" idx="12"/>
          </p:nvPr>
        </p:nvSpPr>
        <p:spPr/>
        <p:txBody>
          <a:bodyPr/>
          <a:lstStyle/>
          <a:p>
            <a:fld id="{662530B2-E2E6-462C-ACF8-2A7BCFFCA905}" type="slidenum">
              <a:rPr lang="en-US" smtClean="0"/>
              <a:t>‹#›</a:t>
            </a:fld>
            <a:endParaRPr lang="en-US"/>
          </a:p>
        </p:txBody>
      </p:sp>
    </p:spTree>
    <p:extLst>
      <p:ext uri="{BB962C8B-B14F-4D97-AF65-F5344CB8AC3E}">
        <p14:creationId xmlns:p14="http://schemas.microsoft.com/office/powerpoint/2010/main" val="10940310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D1FCAE-9916-4CEE-9C12-35330E3483E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E9F5913-35F9-4699-B89A-77AEB1863D2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D2ED1A1-98AF-46B3-84C8-A7A34DD37117}"/>
              </a:ext>
            </a:extLst>
          </p:cNvPr>
          <p:cNvSpPr>
            <a:spLocks noGrp="1"/>
          </p:cNvSpPr>
          <p:nvPr>
            <p:ph type="dt" sz="half" idx="10"/>
          </p:nvPr>
        </p:nvSpPr>
        <p:spPr/>
        <p:txBody>
          <a:bodyPr/>
          <a:lstStyle/>
          <a:p>
            <a:fld id="{B97B53C3-5EEC-44A0-9152-DFF43DA6183B}" type="datetime1">
              <a:rPr lang="en-US" smtClean="0"/>
              <a:t>8/23/2026</a:t>
            </a:fld>
            <a:endParaRPr lang="en-US"/>
          </a:p>
        </p:txBody>
      </p:sp>
      <p:sp>
        <p:nvSpPr>
          <p:cNvPr id="5" name="Footer Placeholder 4">
            <a:extLst>
              <a:ext uri="{FF2B5EF4-FFF2-40B4-BE49-F238E27FC236}">
                <a16:creationId xmlns:a16="http://schemas.microsoft.com/office/drawing/2014/main" id="{D89D7E6D-53E5-482D-913A-3C834AE69AD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47BA867-1F20-4910-8DB1-52B6FFFBBC18}"/>
              </a:ext>
            </a:extLst>
          </p:cNvPr>
          <p:cNvSpPr>
            <a:spLocks noGrp="1"/>
          </p:cNvSpPr>
          <p:nvPr>
            <p:ph type="sldNum" sz="quarter" idx="12"/>
          </p:nvPr>
        </p:nvSpPr>
        <p:spPr/>
        <p:txBody>
          <a:bodyPr/>
          <a:lstStyle/>
          <a:p>
            <a:fld id="{662530B2-E2E6-462C-ACF8-2A7BCFFCA905}" type="slidenum">
              <a:rPr lang="en-US" smtClean="0"/>
              <a:t>‹#›</a:t>
            </a:fld>
            <a:endParaRPr lang="en-US"/>
          </a:p>
        </p:txBody>
      </p:sp>
    </p:spTree>
    <p:extLst>
      <p:ext uri="{BB962C8B-B14F-4D97-AF65-F5344CB8AC3E}">
        <p14:creationId xmlns:p14="http://schemas.microsoft.com/office/powerpoint/2010/main" val="36574714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6CC47-B5C8-4EFA-A106-6425E6AB02C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BEB27DF-33AA-44A9-B4B6-34DD9FBF2BD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DBFC16A-10BE-4514-94E6-B5B4C69A3EC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DD6A80F-4153-4E4E-833C-B55E4A35DBBC}"/>
              </a:ext>
            </a:extLst>
          </p:cNvPr>
          <p:cNvSpPr>
            <a:spLocks noGrp="1"/>
          </p:cNvSpPr>
          <p:nvPr>
            <p:ph type="dt" sz="half" idx="10"/>
          </p:nvPr>
        </p:nvSpPr>
        <p:spPr/>
        <p:txBody>
          <a:bodyPr/>
          <a:lstStyle/>
          <a:p>
            <a:fld id="{01BF89C1-61AF-4724-A882-504B0D2E1708}" type="datetime1">
              <a:rPr lang="en-US" smtClean="0"/>
              <a:t>8/23/2026</a:t>
            </a:fld>
            <a:endParaRPr lang="en-US"/>
          </a:p>
        </p:txBody>
      </p:sp>
      <p:sp>
        <p:nvSpPr>
          <p:cNvPr id="6" name="Footer Placeholder 5">
            <a:extLst>
              <a:ext uri="{FF2B5EF4-FFF2-40B4-BE49-F238E27FC236}">
                <a16:creationId xmlns:a16="http://schemas.microsoft.com/office/drawing/2014/main" id="{2AB8E4BC-0649-4B69-AD17-F8831655AFA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EB637B2-38C5-4271-A509-5AEBBCAC8F2A}"/>
              </a:ext>
            </a:extLst>
          </p:cNvPr>
          <p:cNvSpPr>
            <a:spLocks noGrp="1"/>
          </p:cNvSpPr>
          <p:nvPr>
            <p:ph type="sldNum" sz="quarter" idx="12"/>
          </p:nvPr>
        </p:nvSpPr>
        <p:spPr/>
        <p:txBody>
          <a:bodyPr/>
          <a:lstStyle/>
          <a:p>
            <a:fld id="{662530B2-E2E6-462C-ACF8-2A7BCFFCA905}" type="slidenum">
              <a:rPr lang="en-US" smtClean="0"/>
              <a:t>‹#›</a:t>
            </a:fld>
            <a:endParaRPr lang="en-US"/>
          </a:p>
        </p:txBody>
      </p:sp>
    </p:spTree>
    <p:extLst>
      <p:ext uri="{BB962C8B-B14F-4D97-AF65-F5344CB8AC3E}">
        <p14:creationId xmlns:p14="http://schemas.microsoft.com/office/powerpoint/2010/main" val="41415078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2AD343-8ACE-4251-B1B6-E15F9A8BBC1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977FD24-A886-436D-A28E-24C9DD25707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DF5DD45-E587-4D63-93D8-13C7DA3D971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558CAEE-77A2-46F2-9D83-D8FBE47648B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7136E12-6FA0-446D-8A16-122168509F7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329EE0E-4F1B-4A23-8E4D-9C32E1DC0DAB}"/>
              </a:ext>
            </a:extLst>
          </p:cNvPr>
          <p:cNvSpPr>
            <a:spLocks noGrp="1"/>
          </p:cNvSpPr>
          <p:nvPr>
            <p:ph type="dt" sz="half" idx="10"/>
          </p:nvPr>
        </p:nvSpPr>
        <p:spPr/>
        <p:txBody>
          <a:bodyPr/>
          <a:lstStyle/>
          <a:p>
            <a:fld id="{20FAC73E-1B05-4083-9466-8FA967AA7AFE}" type="datetime1">
              <a:rPr lang="en-US" smtClean="0"/>
              <a:t>8/23/2026</a:t>
            </a:fld>
            <a:endParaRPr lang="en-US"/>
          </a:p>
        </p:txBody>
      </p:sp>
      <p:sp>
        <p:nvSpPr>
          <p:cNvPr id="8" name="Footer Placeholder 7">
            <a:extLst>
              <a:ext uri="{FF2B5EF4-FFF2-40B4-BE49-F238E27FC236}">
                <a16:creationId xmlns:a16="http://schemas.microsoft.com/office/drawing/2014/main" id="{6E05B090-3D67-4C26-80D1-9100195A92A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2E7B9D3-2ED9-4031-832D-B114C9A25D84}"/>
              </a:ext>
            </a:extLst>
          </p:cNvPr>
          <p:cNvSpPr>
            <a:spLocks noGrp="1"/>
          </p:cNvSpPr>
          <p:nvPr>
            <p:ph type="sldNum" sz="quarter" idx="12"/>
          </p:nvPr>
        </p:nvSpPr>
        <p:spPr/>
        <p:txBody>
          <a:bodyPr/>
          <a:lstStyle/>
          <a:p>
            <a:fld id="{662530B2-E2E6-462C-ACF8-2A7BCFFCA905}" type="slidenum">
              <a:rPr lang="en-US" smtClean="0"/>
              <a:t>‹#›</a:t>
            </a:fld>
            <a:endParaRPr lang="en-US"/>
          </a:p>
        </p:txBody>
      </p:sp>
    </p:spTree>
    <p:extLst>
      <p:ext uri="{BB962C8B-B14F-4D97-AF65-F5344CB8AC3E}">
        <p14:creationId xmlns:p14="http://schemas.microsoft.com/office/powerpoint/2010/main" val="27125914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EA1A56-C597-4F05-9C32-DC7FE6BE79E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C4953F8-7749-4762-BEB8-E004BE6837D9}"/>
              </a:ext>
            </a:extLst>
          </p:cNvPr>
          <p:cNvSpPr>
            <a:spLocks noGrp="1"/>
          </p:cNvSpPr>
          <p:nvPr>
            <p:ph type="dt" sz="half" idx="10"/>
          </p:nvPr>
        </p:nvSpPr>
        <p:spPr/>
        <p:txBody>
          <a:bodyPr/>
          <a:lstStyle/>
          <a:p>
            <a:fld id="{07C729E7-E771-4411-AFC7-F4BA90F6F14B}" type="datetime1">
              <a:rPr lang="en-US" smtClean="0"/>
              <a:t>8/23/2026</a:t>
            </a:fld>
            <a:endParaRPr lang="en-US"/>
          </a:p>
        </p:txBody>
      </p:sp>
      <p:sp>
        <p:nvSpPr>
          <p:cNvPr id="4" name="Footer Placeholder 3">
            <a:extLst>
              <a:ext uri="{FF2B5EF4-FFF2-40B4-BE49-F238E27FC236}">
                <a16:creationId xmlns:a16="http://schemas.microsoft.com/office/drawing/2014/main" id="{E83C2BE3-1F6B-4611-A1E8-BC592BDEFB1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4699861-80CD-4B63-B368-1F80D73F9255}"/>
              </a:ext>
            </a:extLst>
          </p:cNvPr>
          <p:cNvSpPr>
            <a:spLocks noGrp="1"/>
          </p:cNvSpPr>
          <p:nvPr>
            <p:ph type="sldNum" sz="quarter" idx="12"/>
          </p:nvPr>
        </p:nvSpPr>
        <p:spPr/>
        <p:txBody>
          <a:bodyPr/>
          <a:lstStyle/>
          <a:p>
            <a:fld id="{662530B2-E2E6-462C-ACF8-2A7BCFFCA905}" type="slidenum">
              <a:rPr lang="en-US" smtClean="0"/>
              <a:t>‹#›</a:t>
            </a:fld>
            <a:endParaRPr lang="en-US"/>
          </a:p>
        </p:txBody>
      </p:sp>
    </p:spTree>
    <p:extLst>
      <p:ext uri="{BB962C8B-B14F-4D97-AF65-F5344CB8AC3E}">
        <p14:creationId xmlns:p14="http://schemas.microsoft.com/office/powerpoint/2010/main" val="18329103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458D9F8-34A9-45ED-97A6-71407C9DE02F}"/>
              </a:ext>
            </a:extLst>
          </p:cNvPr>
          <p:cNvSpPr>
            <a:spLocks noGrp="1"/>
          </p:cNvSpPr>
          <p:nvPr>
            <p:ph type="dt" sz="half" idx="10"/>
          </p:nvPr>
        </p:nvSpPr>
        <p:spPr/>
        <p:txBody>
          <a:bodyPr/>
          <a:lstStyle/>
          <a:p>
            <a:fld id="{AE12B9EB-2A3E-4360-A60E-6C2992C69F9D}" type="datetime1">
              <a:rPr lang="en-US" smtClean="0"/>
              <a:t>8/23/2026</a:t>
            </a:fld>
            <a:endParaRPr lang="en-US"/>
          </a:p>
        </p:txBody>
      </p:sp>
      <p:sp>
        <p:nvSpPr>
          <p:cNvPr id="3" name="Footer Placeholder 2">
            <a:extLst>
              <a:ext uri="{FF2B5EF4-FFF2-40B4-BE49-F238E27FC236}">
                <a16:creationId xmlns:a16="http://schemas.microsoft.com/office/drawing/2014/main" id="{1D41AD0B-9DE1-4C01-A6B8-4BEE284DF5C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D426ED7-622D-45B0-813C-163625B6B0AB}"/>
              </a:ext>
            </a:extLst>
          </p:cNvPr>
          <p:cNvSpPr>
            <a:spLocks noGrp="1"/>
          </p:cNvSpPr>
          <p:nvPr>
            <p:ph type="sldNum" sz="quarter" idx="12"/>
          </p:nvPr>
        </p:nvSpPr>
        <p:spPr/>
        <p:txBody>
          <a:bodyPr/>
          <a:lstStyle/>
          <a:p>
            <a:fld id="{662530B2-E2E6-462C-ACF8-2A7BCFFCA905}" type="slidenum">
              <a:rPr lang="en-US" smtClean="0"/>
              <a:t>‹#›</a:t>
            </a:fld>
            <a:endParaRPr lang="en-US"/>
          </a:p>
        </p:txBody>
      </p:sp>
    </p:spTree>
    <p:extLst>
      <p:ext uri="{BB962C8B-B14F-4D97-AF65-F5344CB8AC3E}">
        <p14:creationId xmlns:p14="http://schemas.microsoft.com/office/powerpoint/2010/main" val="26704779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FD83EF-051F-4D61-9FA4-B67643AFC45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539CFBE-9827-4346-93EF-ADEE25BE911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14EC85A-260F-4380-99E1-87AA985DAAB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0EA85B0-090F-442F-9EB7-0E121549BA61}"/>
              </a:ext>
            </a:extLst>
          </p:cNvPr>
          <p:cNvSpPr>
            <a:spLocks noGrp="1"/>
          </p:cNvSpPr>
          <p:nvPr>
            <p:ph type="dt" sz="half" idx="10"/>
          </p:nvPr>
        </p:nvSpPr>
        <p:spPr/>
        <p:txBody>
          <a:bodyPr/>
          <a:lstStyle/>
          <a:p>
            <a:fld id="{2364B161-F511-4C25-90F3-44EB22C169EF}" type="datetime1">
              <a:rPr lang="en-US" smtClean="0"/>
              <a:t>8/23/2026</a:t>
            </a:fld>
            <a:endParaRPr lang="en-US"/>
          </a:p>
        </p:txBody>
      </p:sp>
      <p:sp>
        <p:nvSpPr>
          <p:cNvPr id="6" name="Footer Placeholder 5">
            <a:extLst>
              <a:ext uri="{FF2B5EF4-FFF2-40B4-BE49-F238E27FC236}">
                <a16:creationId xmlns:a16="http://schemas.microsoft.com/office/drawing/2014/main" id="{CF72BA96-85F4-469E-95DE-3E19864411A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0F1AD1C-CEE8-467B-A9DA-5FCB79E81079}"/>
              </a:ext>
            </a:extLst>
          </p:cNvPr>
          <p:cNvSpPr>
            <a:spLocks noGrp="1"/>
          </p:cNvSpPr>
          <p:nvPr>
            <p:ph type="sldNum" sz="quarter" idx="12"/>
          </p:nvPr>
        </p:nvSpPr>
        <p:spPr/>
        <p:txBody>
          <a:bodyPr/>
          <a:lstStyle/>
          <a:p>
            <a:fld id="{662530B2-E2E6-462C-ACF8-2A7BCFFCA905}" type="slidenum">
              <a:rPr lang="en-US" smtClean="0"/>
              <a:t>‹#›</a:t>
            </a:fld>
            <a:endParaRPr lang="en-US"/>
          </a:p>
        </p:txBody>
      </p:sp>
    </p:spTree>
    <p:extLst>
      <p:ext uri="{BB962C8B-B14F-4D97-AF65-F5344CB8AC3E}">
        <p14:creationId xmlns:p14="http://schemas.microsoft.com/office/powerpoint/2010/main" val="16750574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AD32F2-7F7F-46C6-942C-E6EB6548931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7F67F72-0088-4C89-BF18-D1807EDDF3A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6672DEE-A88A-49B0-8EFD-5EEDA44A98F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083CDA2-A01E-469F-8D14-94798E6AC692}"/>
              </a:ext>
            </a:extLst>
          </p:cNvPr>
          <p:cNvSpPr>
            <a:spLocks noGrp="1"/>
          </p:cNvSpPr>
          <p:nvPr>
            <p:ph type="dt" sz="half" idx="10"/>
          </p:nvPr>
        </p:nvSpPr>
        <p:spPr/>
        <p:txBody>
          <a:bodyPr/>
          <a:lstStyle/>
          <a:p>
            <a:fld id="{A05898A4-8E7F-4583-8FA1-3081CB0A252F}" type="datetime1">
              <a:rPr lang="en-US" smtClean="0"/>
              <a:t>8/23/2026</a:t>
            </a:fld>
            <a:endParaRPr lang="en-US"/>
          </a:p>
        </p:txBody>
      </p:sp>
      <p:sp>
        <p:nvSpPr>
          <p:cNvPr id="6" name="Footer Placeholder 5">
            <a:extLst>
              <a:ext uri="{FF2B5EF4-FFF2-40B4-BE49-F238E27FC236}">
                <a16:creationId xmlns:a16="http://schemas.microsoft.com/office/drawing/2014/main" id="{1D672731-6B39-4600-8B34-FB3D7AE644D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CBA3A02-182D-4770-BFF8-A6962D9FE248}"/>
              </a:ext>
            </a:extLst>
          </p:cNvPr>
          <p:cNvSpPr>
            <a:spLocks noGrp="1"/>
          </p:cNvSpPr>
          <p:nvPr>
            <p:ph type="sldNum" sz="quarter" idx="12"/>
          </p:nvPr>
        </p:nvSpPr>
        <p:spPr/>
        <p:txBody>
          <a:bodyPr/>
          <a:lstStyle/>
          <a:p>
            <a:fld id="{662530B2-E2E6-462C-ACF8-2A7BCFFCA905}" type="slidenum">
              <a:rPr lang="en-US" smtClean="0"/>
              <a:t>‹#›</a:t>
            </a:fld>
            <a:endParaRPr lang="en-US"/>
          </a:p>
        </p:txBody>
      </p:sp>
    </p:spTree>
    <p:extLst>
      <p:ext uri="{BB962C8B-B14F-4D97-AF65-F5344CB8AC3E}">
        <p14:creationId xmlns:p14="http://schemas.microsoft.com/office/powerpoint/2010/main" val="11711654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5F5487-FB57-42A8-A460-B970EA6D95F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BAB3D28-975E-4C1C-909F-6AF54BE81D4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202BD4A-E12B-42FF-8932-60BADA18D0B0}"/>
              </a:ext>
            </a:extLst>
          </p:cNvPr>
          <p:cNvSpPr>
            <a:spLocks noGrp="1"/>
          </p:cNvSpPr>
          <p:nvPr>
            <p:ph type="dt" sz="half" idx="10"/>
          </p:nvPr>
        </p:nvSpPr>
        <p:spPr/>
        <p:txBody>
          <a:bodyPr/>
          <a:lstStyle/>
          <a:p>
            <a:fld id="{A051C09D-6E12-4AD5-BE8B-149362513106}" type="datetime1">
              <a:rPr lang="en-US" smtClean="0"/>
              <a:t>8/23/2026</a:t>
            </a:fld>
            <a:endParaRPr lang="en-US"/>
          </a:p>
        </p:txBody>
      </p:sp>
      <p:sp>
        <p:nvSpPr>
          <p:cNvPr id="5" name="Footer Placeholder 4">
            <a:extLst>
              <a:ext uri="{FF2B5EF4-FFF2-40B4-BE49-F238E27FC236}">
                <a16:creationId xmlns:a16="http://schemas.microsoft.com/office/drawing/2014/main" id="{7A6F8CB5-12CD-4BB4-B847-A5F975E16FE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6478C2-3DE5-43BC-B243-8CD076CA0D10}"/>
              </a:ext>
            </a:extLst>
          </p:cNvPr>
          <p:cNvSpPr>
            <a:spLocks noGrp="1"/>
          </p:cNvSpPr>
          <p:nvPr>
            <p:ph type="sldNum" sz="quarter" idx="12"/>
          </p:nvPr>
        </p:nvSpPr>
        <p:spPr/>
        <p:txBody>
          <a:bodyPr/>
          <a:lstStyle/>
          <a:p>
            <a:fld id="{662530B2-E2E6-462C-ACF8-2A7BCFFCA905}" type="slidenum">
              <a:rPr lang="en-US" smtClean="0"/>
              <a:t>‹#›</a:t>
            </a:fld>
            <a:endParaRPr lang="en-US"/>
          </a:p>
        </p:txBody>
      </p:sp>
    </p:spTree>
    <p:extLst>
      <p:ext uri="{BB962C8B-B14F-4D97-AF65-F5344CB8AC3E}">
        <p14:creationId xmlns:p14="http://schemas.microsoft.com/office/powerpoint/2010/main" val="27065461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A7B993A-E5DA-4CDE-B6D6-16714C48F73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FFEB269-0C57-49B6-8F9D-2C3979224A7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DAEC5D7-17F0-456C-BA01-3899B95E1D7F}"/>
              </a:ext>
            </a:extLst>
          </p:cNvPr>
          <p:cNvSpPr>
            <a:spLocks noGrp="1"/>
          </p:cNvSpPr>
          <p:nvPr>
            <p:ph type="dt" sz="half" idx="10"/>
          </p:nvPr>
        </p:nvSpPr>
        <p:spPr/>
        <p:txBody>
          <a:bodyPr/>
          <a:lstStyle/>
          <a:p>
            <a:fld id="{3F1E7F96-724D-40DB-8D11-34052439D323}" type="datetime1">
              <a:rPr lang="en-US" smtClean="0"/>
              <a:t>8/23/2026</a:t>
            </a:fld>
            <a:endParaRPr lang="en-US"/>
          </a:p>
        </p:txBody>
      </p:sp>
      <p:sp>
        <p:nvSpPr>
          <p:cNvPr id="5" name="Footer Placeholder 4">
            <a:extLst>
              <a:ext uri="{FF2B5EF4-FFF2-40B4-BE49-F238E27FC236}">
                <a16:creationId xmlns:a16="http://schemas.microsoft.com/office/drawing/2014/main" id="{981F574C-6986-426D-9EC0-D72BC1B9AA8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2BA2EE3-3B9D-46CB-B878-10FEAA0DC620}"/>
              </a:ext>
            </a:extLst>
          </p:cNvPr>
          <p:cNvSpPr>
            <a:spLocks noGrp="1"/>
          </p:cNvSpPr>
          <p:nvPr>
            <p:ph type="sldNum" sz="quarter" idx="12"/>
          </p:nvPr>
        </p:nvSpPr>
        <p:spPr/>
        <p:txBody>
          <a:bodyPr/>
          <a:lstStyle/>
          <a:p>
            <a:fld id="{662530B2-E2E6-462C-ACF8-2A7BCFFCA905}" type="slidenum">
              <a:rPr lang="en-US" smtClean="0"/>
              <a:t>‹#›</a:t>
            </a:fld>
            <a:endParaRPr lang="en-US"/>
          </a:p>
        </p:txBody>
      </p:sp>
    </p:spTree>
    <p:extLst>
      <p:ext uri="{BB962C8B-B14F-4D97-AF65-F5344CB8AC3E}">
        <p14:creationId xmlns:p14="http://schemas.microsoft.com/office/powerpoint/2010/main" val="33679051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BEF811A-5428-4881-825C-820590B0798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1185FA7-45BD-4E8B-9C9F-46D009E7D88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B49BDE8-DEB6-4B4B-BB6A-CED5F212137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57C6F2C-1B2D-443C-9309-5D17EF85E46F}" type="datetime1">
              <a:rPr lang="en-US" smtClean="0"/>
              <a:t>8/23/2026</a:t>
            </a:fld>
            <a:endParaRPr lang="en-US"/>
          </a:p>
        </p:txBody>
      </p:sp>
      <p:sp>
        <p:nvSpPr>
          <p:cNvPr id="5" name="Footer Placeholder 4">
            <a:extLst>
              <a:ext uri="{FF2B5EF4-FFF2-40B4-BE49-F238E27FC236}">
                <a16:creationId xmlns:a16="http://schemas.microsoft.com/office/drawing/2014/main" id="{409BF339-64E6-40CB-A059-996D1587BD4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5CCC44C2-2E94-4D08-B297-3C820AA17BD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62530B2-E2E6-462C-ACF8-2A7BCFFCA905}" type="slidenum">
              <a:rPr lang="en-US" smtClean="0"/>
              <a:t>‹#›</a:t>
            </a:fld>
            <a:endParaRPr lang="en-US"/>
          </a:p>
        </p:txBody>
      </p:sp>
    </p:spTree>
    <p:extLst>
      <p:ext uri="{BB962C8B-B14F-4D97-AF65-F5344CB8AC3E}">
        <p14:creationId xmlns:p14="http://schemas.microsoft.com/office/powerpoint/2010/main" val="403536758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diagramData" Target="../diagrams/data2.xml"/><Relationship Id="rId3" Type="http://schemas.openxmlformats.org/officeDocument/2006/relationships/diagramData" Target="../diagrams/data1.xml"/><Relationship Id="rId7" Type="http://schemas.microsoft.com/office/2007/relationships/diagramDrawing" Target="../diagrams/drawing1.xml"/><Relationship Id="rId12" Type="http://schemas.microsoft.com/office/2007/relationships/diagramDrawing" Target="../diagrams/drawing2.xml"/><Relationship Id="rId2" Type="http://schemas.openxmlformats.org/officeDocument/2006/relationships/notesSlide" Target="../notesSlides/notesSlide2.xml"/><Relationship Id="rId1" Type="http://schemas.openxmlformats.org/officeDocument/2006/relationships/slideLayout" Target="../slideLayouts/slideLayout5.xml"/><Relationship Id="rId6" Type="http://schemas.openxmlformats.org/officeDocument/2006/relationships/diagramColors" Target="../diagrams/colors1.xml"/><Relationship Id="rId11" Type="http://schemas.openxmlformats.org/officeDocument/2006/relationships/diagramColors" Target="../diagrams/colors2.xml"/><Relationship Id="rId5" Type="http://schemas.openxmlformats.org/officeDocument/2006/relationships/diagramQuickStyle" Target="../diagrams/quickStyle1.xml"/><Relationship Id="rId10" Type="http://schemas.openxmlformats.org/officeDocument/2006/relationships/diagramQuickStyle" Target="../diagrams/quickStyle2.xml"/><Relationship Id="rId4" Type="http://schemas.openxmlformats.org/officeDocument/2006/relationships/diagramLayout" Target="../diagrams/layout1.xml"/><Relationship Id="rId9" Type="http://schemas.openxmlformats.org/officeDocument/2006/relationships/diagramLayout" Target="../diagrams/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4.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11.xml"/><Relationship Id="rId1" Type="http://schemas.openxmlformats.org/officeDocument/2006/relationships/slideLayout" Target="../slideLayouts/slideLayout5.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9000" b="-9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C39BAA-6C33-4932-891F-BDC997383EA4}"/>
              </a:ext>
            </a:extLst>
          </p:cNvPr>
          <p:cNvSpPr>
            <a:spLocks noGrp="1"/>
          </p:cNvSpPr>
          <p:nvPr>
            <p:ph type="ctrTitle"/>
          </p:nvPr>
        </p:nvSpPr>
        <p:spPr>
          <a:xfrm>
            <a:off x="6636775" y="1342923"/>
            <a:ext cx="5368413" cy="1120725"/>
          </a:xfrm>
        </p:spPr>
        <p:txBody>
          <a:bodyPr>
            <a:noAutofit/>
          </a:bodyPr>
          <a:lstStyle/>
          <a:p>
            <a:r>
              <a:rPr lang="en-US" sz="5400" dirty="0">
                <a:solidFill>
                  <a:schemeClr val="bg1"/>
                </a:solidFill>
              </a:rPr>
              <a:t>Learning Analytics </a:t>
            </a:r>
            <a:r>
              <a:rPr lang="en-US" sz="2800" dirty="0">
                <a:solidFill>
                  <a:schemeClr val="bg1"/>
                </a:solidFill>
              </a:rPr>
              <a:t>Spotting an At-Risk Student in Time</a:t>
            </a:r>
            <a:endParaRPr lang="en-US" sz="4000" dirty="0">
              <a:solidFill>
                <a:schemeClr val="bg1"/>
              </a:solidFill>
            </a:endParaRPr>
          </a:p>
        </p:txBody>
      </p:sp>
    </p:spTree>
    <p:extLst>
      <p:ext uri="{BB962C8B-B14F-4D97-AF65-F5344CB8AC3E}">
        <p14:creationId xmlns:p14="http://schemas.microsoft.com/office/powerpoint/2010/main" val="29616628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C58380-463C-4E99-8216-45FC8582749C}"/>
              </a:ext>
            </a:extLst>
          </p:cNvPr>
          <p:cNvSpPr>
            <a:spLocks noGrp="1"/>
          </p:cNvSpPr>
          <p:nvPr>
            <p:ph type="title"/>
          </p:nvPr>
        </p:nvSpPr>
        <p:spPr/>
        <p:txBody>
          <a:bodyPr>
            <a:noAutofit/>
          </a:bodyPr>
          <a:lstStyle/>
          <a:p>
            <a:r>
              <a:rPr lang="en-US" sz="2400" dirty="0"/>
              <a:t>Assessment Date, Credit and Score should form Spotting Strategy while IMD Band, Highest Education Level, Region, Gender and Previous Attempts should form Mitigation Targets</a:t>
            </a:r>
          </a:p>
        </p:txBody>
      </p:sp>
      <p:sp>
        <p:nvSpPr>
          <p:cNvPr id="14" name="Text Placeholder 13">
            <a:extLst>
              <a:ext uri="{FF2B5EF4-FFF2-40B4-BE49-F238E27FC236}">
                <a16:creationId xmlns:a16="http://schemas.microsoft.com/office/drawing/2014/main" id="{5F6695F9-D3BA-46B4-92FB-35EF72EE1DE5}"/>
              </a:ext>
            </a:extLst>
          </p:cNvPr>
          <p:cNvSpPr>
            <a:spLocks noGrp="1"/>
          </p:cNvSpPr>
          <p:nvPr>
            <p:ph type="body" idx="1"/>
          </p:nvPr>
        </p:nvSpPr>
        <p:spPr>
          <a:xfrm>
            <a:off x="0" y="1681163"/>
            <a:ext cx="5157787" cy="823912"/>
          </a:xfrm>
        </p:spPr>
        <p:txBody>
          <a:bodyPr/>
          <a:lstStyle/>
          <a:p>
            <a:pPr algn="ctr"/>
            <a:r>
              <a:rPr lang="en-US" dirty="0"/>
              <a:t>Spotting Strategy</a:t>
            </a:r>
          </a:p>
        </p:txBody>
      </p:sp>
      <p:graphicFrame>
        <p:nvGraphicFramePr>
          <p:cNvPr id="12" name="Content Placeholder 11">
            <a:extLst>
              <a:ext uri="{FF2B5EF4-FFF2-40B4-BE49-F238E27FC236}">
                <a16:creationId xmlns:a16="http://schemas.microsoft.com/office/drawing/2014/main" id="{6B00A284-C204-4CCF-9D42-4363BFEFE934}"/>
              </a:ext>
            </a:extLst>
          </p:cNvPr>
          <p:cNvGraphicFramePr>
            <a:graphicFrameLocks noGrp="1"/>
          </p:cNvGraphicFramePr>
          <p:nvPr>
            <p:ph sz="half" idx="2"/>
            <p:extLst>
              <p:ext uri="{D42A27DB-BD31-4B8C-83A1-F6EECF244321}">
                <p14:modId xmlns:p14="http://schemas.microsoft.com/office/powerpoint/2010/main" val="3223712379"/>
              </p:ext>
            </p:extLst>
          </p:nvPr>
        </p:nvGraphicFramePr>
        <p:xfrm>
          <a:off x="0" y="2505075"/>
          <a:ext cx="5157787" cy="368458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5" name="Text Placeholder 14">
            <a:extLst>
              <a:ext uri="{FF2B5EF4-FFF2-40B4-BE49-F238E27FC236}">
                <a16:creationId xmlns:a16="http://schemas.microsoft.com/office/drawing/2014/main" id="{A67CDAF0-AEBA-4AC5-8141-4F061DA277BD}"/>
              </a:ext>
            </a:extLst>
          </p:cNvPr>
          <p:cNvSpPr>
            <a:spLocks noGrp="1"/>
          </p:cNvSpPr>
          <p:nvPr>
            <p:ph type="body" sz="quarter" idx="3"/>
          </p:nvPr>
        </p:nvSpPr>
        <p:spPr>
          <a:xfrm>
            <a:off x="7008812" y="1690688"/>
            <a:ext cx="5183188" cy="823912"/>
          </a:xfrm>
        </p:spPr>
        <p:txBody>
          <a:bodyPr/>
          <a:lstStyle/>
          <a:p>
            <a:pPr algn="ctr"/>
            <a:r>
              <a:rPr lang="en-US" dirty="0"/>
              <a:t>Mitigation Strategy</a:t>
            </a:r>
          </a:p>
        </p:txBody>
      </p:sp>
      <p:graphicFrame>
        <p:nvGraphicFramePr>
          <p:cNvPr id="17" name="Content Placeholder 16">
            <a:extLst>
              <a:ext uri="{FF2B5EF4-FFF2-40B4-BE49-F238E27FC236}">
                <a16:creationId xmlns:a16="http://schemas.microsoft.com/office/drawing/2014/main" id="{451D79D1-8486-4353-BC9D-960297CC5353}"/>
              </a:ext>
            </a:extLst>
          </p:cNvPr>
          <p:cNvGraphicFramePr>
            <a:graphicFrameLocks noGrp="1"/>
          </p:cNvGraphicFramePr>
          <p:nvPr>
            <p:ph sz="quarter" idx="4"/>
            <p:extLst>
              <p:ext uri="{D42A27DB-BD31-4B8C-83A1-F6EECF244321}">
                <p14:modId xmlns:p14="http://schemas.microsoft.com/office/powerpoint/2010/main" val="889313112"/>
              </p:ext>
            </p:extLst>
          </p:nvPr>
        </p:nvGraphicFramePr>
        <p:xfrm>
          <a:off x="7008812" y="2514600"/>
          <a:ext cx="5183188" cy="3684588"/>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4" name="Slide Number Placeholder 3">
            <a:extLst>
              <a:ext uri="{FF2B5EF4-FFF2-40B4-BE49-F238E27FC236}">
                <a16:creationId xmlns:a16="http://schemas.microsoft.com/office/drawing/2014/main" id="{72B0C3D4-2193-4891-BDE1-46DCA1EE0C8E}"/>
              </a:ext>
            </a:extLst>
          </p:cNvPr>
          <p:cNvSpPr>
            <a:spLocks noGrp="1"/>
          </p:cNvSpPr>
          <p:nvPr>
            <p:ph type="sldNum" sz="quarter" idx="12"/>
          </p:nvPr>
        </p:nvSpPr>
        <p:spPr/>
        <p:txBody>
          <a:bodyPr/>
          <a:lstStyle/>
          <a:p>
            <a:fld id="{662530B2-E2E6-462C-ACF8-2A7BCFFCA905}" type="slidenum">
              <a:rPr lang="en-US" smtClean="0"/>
              <a:t>2</a:t>
            </a:fld>
            <a:endParaRPr lang="en-US"/>
          </a:p>
        </p:txBody>
      </p:sp>
      <p:cxnSp>
        <p:nvCxnSpPr>
          <p:cNvPr id="19" name="Straight Arrow Connector 18">
            <a:extLst>
              <a:ext uri="{FF2B5EF4-FFF2-40B4-BE49-F238E27FC236}">
                <a16:creationId xmlns:a16="http://schemas.microsoft.com/office/drawing/2014/main" id="{56ED4E19-C816-4E87-B670-BB8F0F9F0468}"/>
              </a:ext>
            </a:extLst>
          </p:cNvPr>
          <p:cNvCxnSpPr/>
          <p:nvPr/>
        </p:nvCxnSpPr>
        <p:spPr>
          <a:xfrm>
            <a:off x="4819650" y="4419600"/>
            <a:ext cx="2524125"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17844952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1D090623-98B2-4390-9939-6AC15DCF3F93}"/>
              </a:ext>
            </a:extLst>
          </p:cNvPr>
          <p:cNvPicPr>
            <a:picLocks noChangeAspect="1"/>
          </p:cNvPicPr>
          <p:nvPr/>
        </p:nvPicPr>
        <p:blipFill rotWithShape="1">
          <a:blip r:embed="rId3">
            <a:extLst>
              <a:ext uri="{28A0092B-C50C-407E-A947-70E740481C1C}">
                <a14:useLocalDpi xmlns:a14="http://schemas.microsoft.com/office/drawing/2010/main" val="0"/>
              </a:ext>
            </a:extLst>
          </a:blip>
          <a:srcRect t="6528" b="12083"/>
          <a:stretch/>
        </p:blipFill>
        <p:spPr>
          <a:xfrm>
            <a:off x="1416" y="1257301"/>
            <a:ext cx="12185821" cy="5600700"/>
          </a:xfrm>
          <a:prstGeom prst="rect">
            <a:avLst/>
          </a:prstGeom>
        </p:spPr>
      </p:pic>
      <p:sp>
        <p:nvSpPr>
          <p:cNvPr id="2" name="Title 1">
            <a:extLst>
              <a:ext uri="{FF2B5EF4-FFF2-40B4-BE49-F238E27FC236}">
                <a16:creationId xmlns:a16="http://schemas.microsoft.com/office/drawing/2014/main" id="{3E05C9D0-5D7C-4322-A6E8-A2708FF66E8C}"/>
              </a:ext>
            </a:extLst>
          </p:cNvPr>
          <p:cNvSpPr>
            <a:spLocks noGrp="1"/>
          </p:cNvSpPr>
          <p:nvPr>
            <p:ph type="title"/>
          </p:nvPr>
        </p:nvSpPr>
        <p:spPr>
          <a:xfrm>
            <a:off x="838200" y="-25400"/>
            <a:ext cx="10515600" cy="1325563"/>
          </a:xfrm>
        </p:spPr>
        <p:txBody>
          <a:bodyPr>
            <a:normAutofit/>
          </a:bodyPr>
          <a:lstStyle/>
          <a:p>
            <a:r>
              <a:rPr lang="en-US" sz="2800" dirty="0"/>
              <a:t>Pace of Learning and Increased Autonomy Expose Students to Risk of Being Left Behind in Classes</a:t>
            </a:r>
          </a:p>
        </p:txBody>
      </p:sp>
      <p:sp>
        <p:nvSpPr>
          <p:cNvPr id="3" name="Content Placeholder 2">
            <a:extLst>
              <a:ext uri="{FF2B5EF4-FFF2-40B4-BE49-F238E27FC236}">
                <a16:creationId xmlns:a16="http://schemas.microsoft.com/office/drawing/2014/main" id="{47C555EB-2415-4564-93BE-870267F42B29}"/>
              </a:ext>
            </a:extLst>
          </p:cNvPr>
          <p:cNvSpPr>
            <a:spLocks noGrp="1"/>
          </p:cNvSpPr>
          <p:nvPr>
            <p:ph idx="1"/>
          </p:nvPr>
        </p:nvSpPr>
        <p:spPr/>
        <p:txBody>
          <a:bodyPr>
            <a:normAutofit/>
          </a:bodyPr>
          <a:lstStyle/>
          <a:p>
            <a:endParaRPr lang="en-US" sz="2400" dirty="0"/>
          </a:p>
          <a:p>
            <a:pPr marL="0" indent="0">
              <a:buNone/>
            </a:pPr>
            <a:endParaRPr lang="en-US" sz="2400" dirty="0"/>
          </a:p>
          <a:p>
            <a:endParaRPr lang="en-US" sz="2400" dirty="0"/>
          </a:p>
        </p:txBody>
      </p:sp>
      <p:sp>
        <p:nvSpPr>
          <p:cNvPr id="4" name="Slide Number Placeholder 3">
            <a:extLst>
              <a:ext uri="{FF2B5EF4-FFF2-40B4-BE49-F238E27FC236}">
                <a16:creationId xmlns:a16="http://schemas.microsoft.com/office/drawing/2014/main" id="{3E239ECA-A004-452D-AADD-172EB60ED31F}"/>
              </a:ext>
            </a:extLst>
          </p:cNvPr>
          <p:cNvSpPr>
            <a:spLocks noGrp="1"/>
          </p:cNvSpPr>
          <p:nvPr>
            <p:ph type="sldNum" sz="quarter" idx="12"/>
          </p:nvPr>
        </p:nvSpPr>
        <p:spPr/>
        <p:txBody>
          <a:bodyPr/>
          <a:lstStyle/>
          <a:p>
            <a:fld id="{662530B2-E2E6-462C-ACF8-2A7BCFFCA905}" type="slidenum">
              <a:rPr lang="en-US" smtClean="0"/>
              <a:t>3</a:t>
            </a:fld>
            <a:endParaRPr lang="en-US"/>
          </a:p>
        </p:txBody>
      </p:sp>
    </p:spTree>
    <p:extLst>
      <p:ext uri="{BB962C8B-B14F-4D97-AF65-F5344CB8AC3E}">
        <p14:creationId xmlns:p14="http://schemas.microsoft.com/office/powerpoint/2010/main" val="22625348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250B9DE2-B640-4248-B987-2AD1B1DD9030}"/>
              </a:ext>
            </a:extLst>
          </p:cNvPr>
          <p:cNvSpPr>
            <a:spLocks noGrp="1"/>
          </p:cNvSpPr>
          <p:nvPr>
            <p:ph type="sldNum" sz="quarter" idx="12"/>
          </p:nvPr>
        </p:nvSpPr>
        <p:spPr/>
        <p:txBody>
          <a:bodyPr/>
          <a:lstStyle/>
          <a:p>
            <a:fld id="{662530B2-E2E6-462C-ACF8-2A7BCFFCA905}" type="slidenum">
              <a:rPr lang="en-US" smtClean="0"/>
              <a:t>4</a:t>
            </a:fld>
            <a:endParaRPr lang="en-US"/>
          </a:p>
        </p:txBody>
      </p:sp>
      <p:pic>
        <p:nvPicPr>
          <p:cNvPr id="8" name="Picture 6">
            <a:extLst>
              <a:ext uri="{FF2B5EF4-FFF2-40B4-BE49-F238E27FC236}">
                <a16:creationId xmlns:a16="http://schemas.microsoft.com/office/drawing/2014/main" id="{402079B5-3D9B-402E-8205-3FE6D5534EBA}"/>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193580" y="982952"/>
            <a:ext cx="11804839" cy="48920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725059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4233DC1-787F-4EC1-B337-7892FEE9D406}"/>
              </a:ext>
            </a:extLst>
          </p:cNvPr>
          <p:cNvSpPr>
            <a:spLocks noGrp="1"/>
          </p:cNvSpPr>
          <p:nvPr>
            <p:ph type="sldNum" sz="quarter" idx="12"/>
          </p:nvPr>
        </p:nvSpPr>
        <p:spPr/>
        <p:txBody>
          <a:bodyPr/>
          <a:lstStyle/>
          <a:p>
            <a:fld id="{662530B2-E2E6-462C-ACF8-2A7BCFFCA905}" type="slidenum">
              <a:rPr lang="en-US" smtClean="0"/>
              <a:t>5</a:t>
            </a:fld>
            <a:endParaRPr lang="en-US"/>
          </a:p>
        </p:txBody>
      </p:sp>
      <p:pic>
        <p:nvPicPr>
          <p:cNvPr id="5" name="Content Placeholder 4" descr="C:\Users\USER\AppData\Local\Microsoft\Windows\INetCache\Content.MSO\176EBECD.tmp">
            <a:extLst>
              <a:ext uri="{FF2B5EF4-FFF2-40B4-BE49-F238E27FC236}">
                <a16:creationId xmlns:a16="http://schemas.microsoft.com/office/drawing/2014/main" id="{E3B12996-A7A1-4AAF-AEFB-BB844734630F}"/>
              </a:ext>
            </a:extLst>
          </p:cNvPr>
          <p:cNvPicPr>
            <a:picLocks noGrp="1"/>
          </p:cNvPicPr>
          <p:nvPr>
            <p:ph idx="1"/>
          </p:nvPr>
        </p:nvPicPr>
        <p:blipFill>
          <a:blip r:embed="rId3" cstate="print">
            <a:extLst>
              <a:ext uri="{28A0092B-C50C-407E-A947-70E740481C1C}">
                <a14:useLocalDpi xmlns:a14="http://schemas.microsoft.com/office/drawing/2010/main" val="0"/>
              </a:ext>
            </a:extLst>
          </a:blip>
          <a:srcRect/>
          <a:stretch>
            <a:fillRect/>
          </a:stretch>
        </p:blipFill>
        <p:spPr bwMode="auto">
          <a:xfrm>
            <a:off x="633412" y="671512"/>
            <a:ext cx="10925175" cy="5514975"/>
          </a:xfrm>
          <a:prstGeom prst="rect">
            <a:avLst/>
          </a:prstGeom>
          <a:noFill/>
          <a:ln>
            <a:noFill/>
          </a:ln>
        </p:spPr>
      </p:pic>
    </p:spTree>
    <p:extLst>
      <p:ext uri="{BB962C8B-B14F-4D97-AF65-F5344CB8AC3E}">
        <p14:creationId xmlns:p14="http://schemas.microsoft.com/office/powerpoint/2010/main" val="887192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56C9AB71-A079-48EE-A539-F13167CBBDE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25033" y="3446463"/>
            <a:ext cx="2740025" cy="2740025"/>
          </a:xfrm>
          <a:prstGeom prst="rect">
            <a:avLst/>
          </a:prstGeom>
        </p:spPr>
      </p:pic>
      <p:pic>
        <p:nvPicPr>
          <p:cNvPr id="10" name="Content Placeholder 9">
            <a:extLst>
              <a:ext uri="{FF2B5EF4-FFF2-40B4-BE49-F238E27FC236}">
                <a16:creationId xmlns:a16="http://schemas.microsoft.com/office/drawing/2014/main" id="{ACAFFA6D-9E64-448B-A3C5-FA2F5CF5E996}"/>
              </a:ext>
            </a:extLst>
          </p:cNvPr>
          <p:cNvPicPr>
            <a:picLocks noGrp="1" noChangeAspect="1"/>
          </p:cNvPicPr>
          <p:nvPr>
            <p:ph sz="half" idx="2"/>
          </p:nvPr>
        </p:nvPicPr>
        <p:blipFill rotWithShape="1">
          <a:blip r:embed="rId4">
            <a:extLst>
              <a:ext uri="{28A0092B-C50C-407E-A947-70E740481C1C}">
                <a14:useLocalDpi xmlns:a14="http://schemas.microsoft.com/office/drawing/2010/main" val="0"/>
              </a:ext>
            </a:extLst>
          </a:blip>
          <a:srcRect b="13754"/>
          <a:stretch/>
        </p:blipFill>
        <p:spPr>
          <a:xfrm>
            <a:off x="6786820" y="207963"/>
            <a:ext cx="4351338" cy="3752850"/>
          </a:xfrm>
        </p:spPr>
      </p:pic>
      <p:sp>
        <p:nvSpPr>
          <p:cNvPr id="2" name="Title 1">
            <a:extLst>
              <a:ext uri="{FF2B5EF4-FFF2-40B4-BE49-F238E27FC236}">
                <a16:creationId xmlns:a16="http://schemas.microsoft.com/office/drawing/2014/main" id="{3E05C9D0-5D7C-4322-A6E8-A2708FF66E8C}"/>
              </a:ext>
            </a:extLst>
          </p:cNvPr>
          <p:cNvSpPr>
            <a:spLocks noGrp="1"/>
          </p:cNvSpPr>
          <p:nvPr>
            <p:ph type="title"/>
          </p:nvPr>
        </p:nvSpPr>
        <p:spPr>
          <a:xfrm>
            <a:off x="838200" y="-24607"/>
            <a:ext cx="10515600" cy="1325563"/>
          </a:xfrm>
        </p:spPr>
        <p:txBody>
          <a:bodyPr>
            <a:normAutofit/>
          </a:bodyPr>
          <a:lstStyle/>
          <a:p>
            <a:r>
              <a:rPr lang="en-US" sz="2800" dirty="0"/>
              <a:t>How to Spot and Save At Risk Students in Time Makes the Difference in Student’s Progression with the Class</a:t>
            </a:r>
          </a:p>
        </p:txBody>
      </p:sp>
      <p:sp>
        <p:nvSpPr>
          <p:cNvPr id="4" name="Slide Number Placeholder 3">
            <a:extLst>
              <a:ext uri="{FF2B5EF4-FFF2-40B4-BE49-F238E27FC236}">
                <a16:creationId xmlns:a16="http://schemas.microsoft.com/office/drawing/2014/main" id="{3E239ECA-A004-452D-AADD-172EB60ED31F}"/>
              </a:ext>
            </a:extLst>
          </p:cNvPr>
          <p:cNvSpPr>
            <a:spLocks noGrp="1"/>
          </p:cNvSpPr>
          <p:nvPr>
            <p:ph type="sldNum" sz="quarter" idx="12"/>
          </p:nvPr>
        </p:nvSpPr>
        <p:spPr/>
        <p:txBody>
          <a:bodyPr/>
          <a:lstStyle/>
          <a:p>
            <a:fld id="{662530B2-E2E6-462C-ACF8-2A7BCFFCA905}" type="slidenum">
              <a:rPr lang="en-US" smtClean="0"/>
              <a:t>6</a:t>
            </a:fld>
            <a:endParaRPr lang="en-US"/>
          </a:p>
        </p:txBody>
      </p:sp>
      <p:sp>
        <p:nvSpPr>
          <p:cNvPr id="15" name="Content Placeholder 14">
            <a:extLst>
              <a:ext uri="{FF2B5EF4-FFF2-40B4-BE49-F238E27FC236}">
                <a16:creationId xmlns:a16="http://schemas.microsoft.com/office/drawing/2014/main" id="{57EFCAE8-03AB-401C-88CF-907635AB7E68}"/>
              </a:ext>
            </a:extLst>
          </p:cNvPr>
          <p:cNvSpPr>
            <a:spLocks noGrp="1"/>
          </p:cNvSpPr>
          <p:nvPr>
            <p:ph sz="half" idx="1"/>
          </p:nvPr>
        </p:nvSpPr>
        <p:spPr>
          <a:xfrm>
            <a:off x="838200" y="1444625"/>
            <a:ext cx="5181600" cy="4351338"/>
          </a:xfrm>
        </p:spPr>
        <p:txBody>
          <a:bodyPr>
            <a:normAutofit/>
          </a:bodyPr>
          <a:lstStyle/>
          <a:p>
            <a:endParaRPr lang="en-US" sz="2400" dirty="0"/>
          </a:p>
          <a:p>
            <a:endParaRPr lang="en-US" sz="2400" dirty="0"/>
          </a:p>
          <a:p>
            <a:endParaRPr lang="en-US" sz="2400" dirty="0"/>
          </a:p>
          <a:p>
            <a:r>
              <a:rPr lang="en-US" sz="2400" dirty="0"/>
              <a:t>University administrations hence need to find a way of both </a:t>
            </a:r>
            <a:r>
              <a:rPr lang="en-US" sz="2400" b="1" dirty="0"/>
              <a:t>identifying</a:t>
            </a:r>
            <a:r>
              <a:rPr lang="en-US" sz="2400" dirty="0"/>
              <a:t> an at-risk student and </a:t>
            </a:r>
            <a:r>
              <a:rPr lang="en-US" sz="2400" b="1" dirty="0"/>
              <a:t>provide mitigating assistance</a:t>
            </a:r>
            <a:r>
              <a:rPr lang="en-US" sz="2400" dirty="0"/>
              <a:t> to prevent the student from dropping out of the course. </a:t>
            </a:r>
          </a:p>
        </p:txBody>
      </p:sp>
    </p:spTree>
    <p:extLst>
      <p:ext uri="{BB962C8B-B14F-4D97-AF65-F5344CB8AC3E}">
        <p14:creationId xmlns:p14="http://schemas.microsoft.com/office/powerpoint/2010/main" val="4489292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1872BFF-961D-42C2-8A5A-21A48B8ACC09}"/>
              </a:ext>
            </a:extLst>
          </p:cNvPr>
          <p:cNvSpPr>
            <a:spLocks noGrp="1"/>
          </p:cNvSpPr>
          <p:nvPr>
            <p:ph type="sldNum" sz="quarter" idx="12"/>
          </p:nvPr>
        </p:nvSpPr>
        <p:spPr/>
        <p:txBody>
          <a:bodyPr/>
          <a:lstStyle/>
          <a:p>
            <a:fld id="{662530B2-E2E6-462C-ACF8-2A7BCFFCA905}" type="slidenum">
              <a:rPr lang="en-US" smtClean="0"/>
              <a:t>7</a:t>
            </a:fld>
            <a:endParaRPr lang="en-US"/>
          </a:p>
        </p:txBody>
      </p:sp>
      <p:pic>
        <p:nvPicPr>
          <p:cNvPr id="2052" name="Picture 4">
            <a:extLst>
              <a:ext uri="{FF2B5EF4-FFF2-40B4-BE49-F238E27FC236}">
                <a16:creationId xmlns:a16="http://schemas.microsoft.com/office/drawing/2014/main" id="{24F2DE21-197C-4DD6-A9B2-FEF1D4E994D9}"/>
              </a:ext>
            </a:extLst>
          </p:cNvPr>
          <p:cNvPicPr>
            <a:picLocks noGrp="1" noChangeAspect="1" noChangeArrowheads="1"/>
          </p:cNvPicPr>
          <p:nvPr>
            <p:ph idx="1"/>
          </p:nvPr>
        </p:nvPicPr>
        <p:blipFill>
          <a:blip r:embed="rId3"/>
          <a:srcRect t="4747"/>
          <a:stretch>
            <a:fillRect/>
          </a:stretch>
        </p:blipFill>
        <p:spPr bwMode="auto">
          <a:xfrm>
            <a:off x="1631572" y="744354"/>
            <a:ext cx="8928856" cy="5650919"/>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CAC8A674-8583-92C4-937B-791BC39AADFE}"/>
              </a:ext>
            </a:extLst>
          </p:cNvPr>
          <p:cNvSpPr txBox="1"/>
          <p:nvPr/>
        </p:nvSpPr>
        <p:spPr>
          <a:xfrm>
            <a:off x="2945219" y="233486"/>
            <a:ext cx="8208335" cy="369332"/>
          </a:xfrm>
          <a:prstGeom prst="rect">
            <a:avLst/>
          </a:prstGeom>
          <a:noFill/>
        </p:spPr>
        <p:txBody>
          <a:bodyPr wrap="square">
            <a:spAutoFit/>
          </a:bodyPr>
          <a:lstStyle/>
          <a:p>
            <a:r>
              <a:rPr lang="en-IN" dirty="0"/>
              <a:t>Random Forest Provides the Strongest Prediction of Student Withdrawal Risk</a:t>
            </a:r>
          </a:p>
        </p:txBody>
      </p:sp>
    </p:spTree>
    <p:extLst>
      <p:ext uri="{BB962C8B-B14F-4D97-AF65-F5344CB8AC3E}">
        <p14:creationId xmlns:p14="http://schemas.microsoft.com/office/powerpoint/2010/main" val="21408940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6373CFE-7138-4E07-9588-4E43C2597893}"/>
              </a:ext>
            </a:extLst>
          </p:cNvPr>
          <p:cNvSpPr>
            <a:spLocks noGrp="1"/>
          </p:cNvSpPr>
          <p:nvPr>
            <p:ph type="sldNum" sz="quarter" idx="12"/>
          </p:nvPr>
        </p:nvSpPr>
        <p:spPr/>
        <p:txBody>
          <a:bodyPr/>
          <a:lstStyle/>
          <a:p>
            <a:fld id="{662530B2-E2E6-462C-ACF8-2A7BCFFCA905}" type="slidenum">
              <a:rPr lang="en-US" smtClean="0"/>
              <a:t>8</a:t>
            </a:fld>
            <a:endParaRPr lang="en-US"/>
          </a:p>
        </p:txBody>
      </p:sp>
      <p:sp>
        <p:nvSpPr>
          <p:cNvPr id="5" name="Content Placeholder 4">
            <a:extLst>
              <a:ext uri="{FF2B5EF4-FFF2-40B4-BE49-F238E27FC236}">
                <a16:creationId xmlns:a16="http://schemas.microsoft.com/office/drawing/2014/main" id="{6AD24C3C-6CE7-49ED-8125-CDFA31A4AA22}"/>
              </a:ext>
            </a:extLst>
          </p:cNvPr>
          <p:cNvSpPr>
            <a:spLocks noGrp="1"/>
          </p:cNvSpPr>
          <p:nvPr>
            <p:ph idx="1"/>
          </p:nvPr>
        </p:nvSpPr>
        <p:spPr/>
        <p:txBody>
          <a:bodyPr/>
          <a:lstStyle/>
          <a:p>
            <a:endParaRPr lang="en-US"/>
          </a:p>
        </p:txBody>
      </p:sp>
      <p:pic>
        <p:nvPicPr>
          <p:cNvPr id="1028" name="Picture 4">
            <a:extLst>
              <a:ext uri="{FF2B5EF4-FFF2-40B4-BE49-F238E27FC236}">
                <a16:creationId xmlns:a16="http://schemas.microsoft.com/office/drawing/2014/main" id="{3F241462-646C-4D3B-8F49-16F5F470C2C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788988"/>
            <a:ext cx="12192000" cy="54165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318461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E59CDF-10AC-43C4-B7D0-D71D42F17B3E}"/>
              </a:ext>
            </a:extLst>
          </p:cNvPr>
          <p:cNvSpPr>
            <a:spLocks noGrp="1"/>
          </p:cNvSpPr>
          <p:nvPr>
            <p:ph type="title"/>
          </p:nvPr>
        </p:nvSpPr>
        <p:spPr>
          <a:xfrm>
            <a:off x="838200" y="-15875"/>
            <a:ext cx="10515600" cy="1325563"/>
          </a:xfrm>
        </p:spPr>
        <p:txBody>
          <a:bodyPr>
            <a:noAutofit/>
          </a:bodyPr>
          <a:lstStyle/>
          <a:p>
            <a:pPr lvl="0"/>
            <a:r>
              <a:rPr lang="en-US" sz="2400" dirty="0"/>
              <a:t>Index of Multiple Deprivation, Highest Education Levels, Region, Gender and Number of Previous Attempts can also Differentiate Withdrawal Patterns.</a:t>
            </a:r>
          </a:p>
        </p:txBody>
      </p:sp>
      <p:sp>
        <p:nvSpPr>
          <p:cNvPr id="4" name="Slide Number Placeholder 3">
            <a:extLst>
              <a:ext uri="{FF2B5EF4-FFF2-40B4-BE49-F238E27FC236}">
                <a16:creationId xmlns:a16="http://schemas.microsoft.com/office/drawing/2014/main" id="{E6373CFE-7138-4E07-9588-4E43C2597893}"/>
              </a:ext>
            </a:extLst>
          </p:cNvPr>
          <p:cNvSpPr>
            <a:spLocks noGrp="1"/>
          </p:cNvSpPr>
          <p:nvPr>
            <p:ph type="sldNum" sz="quarter" idx="12"/>
          </p:nvPr>
        </p:nvSpPr>
        <p:spPr/>
        <p:txBody>
          <a:bodyPr/>
          <a:lstStyle/>
          <a:p>
            <a:fld id="{662530B2-E2E6-462C-ACF8-2A7BCFFCA905}" type="slidenum">
              <a:rPr lang="en-US" smtClean="0"/>
              <a:t>9</a:t>
            </a:fld>
            <a:endParaRPr lang="en-US"/>
          </a:p>
        </p:txBody>
      </p:sp>
      <p:pic>
        <p:nvPicPr>
          <p:cNvPr id="6" name="Content Placeholder 5" descr="C:\Users\USER\AppData\Local\Microsoft\Windows\INetCache\Content.MSO\6BAE32AC.tmp">
            <a:extLst>
              <a:ext uri="{FF2B5EF4-FFF2-40B4-BE49-F238E27FC236}">
                <a16:creationId xmlns:a16="http://schemas.microsoft.com/office/drawing/2014/main" id="{2DDFBB93-3330-4F30-8E32-60B66A61B4E1}"/>
              </a:ext>
            </a:extLst>
          </p:cNvPr>
          <p:cNvPicPr>
            <a:picLocks noGrp="1"/>
          </p:cNvPicPr>
          <p:nvPr>
            <p:ph idx="1"/>
          </p:nvPr>
        </p:nvPicPr>
        <p:blipFill rotWithShape="1">
          <a:blip r:embed="rId3">
            <a:extLst>
              <a:ext uri="{28A0092B-C50C-407E-A947-70E740481C1C}">
                <a14:useLocalDpi xmlns:a14="http://schemas.microsoft.com/office/drawing/2010/main" val="0"/>
              </a:ext>
            </a:extLst>
          </a:blip>
          <a:srcRect t="6323"/>
          <a:stretch/>
        </p:blipFill>
        <p:spPr bwMode="auto">
          <a:xfrm>
            <a:off x="457200" y="1495424"/>
            <a:ext cx="11277600" cy="4727575"/>
          </a:xfrm>
          <a:prstGeom prst="rect">
            <a:avLst/>
          </a:prstGeom>
          <a:noFill/>
          <a:ln>
            <a:noFill/>
          </a:ln>
        </p:spPr>
      </p:pic>
      <p:sp>
        <p:nvSpPr>
          <p:cNvPr id="3" name="Rectangle 2">
            <a:extLst>
              <a:ext uri="{FF2B5EF4-FFF2-40B4-BE49-F238E27FC236}">
                <a16:creationId xmlns:a16="http://schemas.microsoft.com/office/drawing/2014/main" id="{C425D7B7-AD82-4DBC-BABD-250836E72EE4}"/>
              </a:ext>
            </a:extLst>
          </p:cNvPr>
          <p:cNvSpPr/>
          <p:nvPr/>
        </p:nvSpPr>
        <p:spPr>
          <a:xfrm>
            <a:off x="3019426" y="1495425"/>
            <a:ext cx="8629650" cy="1219199"/>
          </a:xfrm>
          <a:prstGeom prst="rect">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358776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C58380-463C-4E99-8216-45FC8582749C}"/>
              </a:ext>
            </a:extLst>
          </p:cNvPr>
          <p:cNvSpPr>
            <a:spLocks noGrp="1"/>
          </p:cNvSpPr>
          <p:nvPr>
            <p:ph type="title"/>
          </p:nvPr>
        </p:nvSpPr>
        <p:spPr/>
        <p:txBody>
          <a:bodyPr>
            <a:noAutofit/>
          </a:bodyPr>
          <a:lstStyle/>
          <a:p>
            <a:r>
              <a:rPr lang="en-US" sz="2400" dirty="0"/>
              <a:t>The Strategy for Spotting At-Risk Student Should Involve Checking Student Performances for Assessment Date 19, 24, 34, 49, 54 and 69 and Assessments with High Student Credits, and Students Scoring lower than 72 across all Assessments</a:t>
            </a:r>
          </a:p>
        </p:txBody>
      </p:sp>
      <p:sp>
        <p:nvSpPr>
          <p:cNvPr id="14" name="Text Placeholder 13">
            <a:extLst>
              <a:ext uri="{FF2B5EF4-FFF2-40B4-BE49-F238E27FC236}">
                <a16:creationId xmlns:a16="http://schemas.microsoft.com/office/drawing/2014/main" id="{5F6695F9-D3BA-46B4-92FB-35EF72EE1DE5}"/>
              </a:ext>
            </a:extLst>
          </p:cNvPr>
          <p:cNvSpPr>
            <a:spLocks noGrp="1"/>
          </p:cNvSpPr>
          <p:nvPr>
            <p:ph type="body" idx="1"/>
          </p:nvPr>
        </p:nvSpPr>
        <p:spPr>
          <a:xfrm>
            <a:off x="3238500" y="1538288"/>
            <a:ext cx="5157787" cy="823912"/>
          </a:xfrm>
        </p:spPr>
        <p:txBody>
          <a:bodyPr/>
          <a:lstStyle/>
          <a:p>
            <a:pPr algn="ctr"/>
            <a:r>
              <a:rPr lang="en-US" dirty="0"/>
              <a:t>Spotting Strategy</a:t>
            </a:r>
          </a:p>
        </p:txBody>
      </p:sp>
      <p:graphicFrame>
        <p:nvGraphicFramePr>
          <p:cNvPr id="12" name="Content Placeholder 11">
            <a:extLst>
              <a:ext uri="{FF2B5EF4-FFF2-40B4-BE49-F238E27FC236}">
                <a16:creationId xmlns:a16="http://schemas.microsoft.com/office/drawing/2014/main" id="{6B00A284-C204-4CCF-9D42-4363BFEFE934}"/>
              </a:ext>
            </a:extLst>
          </p:cNvPr>
          <p:cNvGraphicFramePr>
            <a:graphicFrameLocks noGrp="1"/>
          </p:cNvGraphicFramePr>
          <p:nvPr>
            <p:ph sz="half" idx="2"/>
            <p:extLst>
              <p:ext uri="{D42A27DB-BD31-4B8C-83A1-F6EECF244321}">
                <p14:modId xmlns:p14="http://schemas.microsoft.com/office/powerpoint/2010/main" val="1200041078"/>
              </p:ext>
            </p:extLst>
          </p:nvPr>
        </p:nvGraphicFramePr>
        <p:xfrm>
          <a:off x="3238500" y="2362200"/>
          <a:ext cx="5157787" cy="368458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Slide Number Placeholder 3">
            <a:extLst>
              <a:ext uri="{FF2B5EF4-FFF2-40B4-BE49-F238E27FC236}">
                <a16:creationId xmlns:a16="http://schemas.microsoft.com/office/drawing/2014/main" id="{72B0C3D4-2193-4891-BDE1-46DCA1EE0C8E}"/>
              </a:ext>
            </a:extLst>
          </p:cNvPr>
          <p:cNvSpPr>
            <a:spLocks noGrp="1"/>
          </p:cNvSpPr>
          <p:nvPr>
            <p:ph type="sldNum" sz="quarter" idx="12"/>
          </p:nvPr>
        </p:nvSpPr>
        <p:spPr/>
        <p:txBody>
          <a:bodyPr/>
          <a:lstStyle/>
          <a:p>
            <a:fld id="{662530B2-E2E6-462C-ACF8-2A7BCFFCA905}" type="slidenum">
              <a:rPr lang="en-US" smtClean="0"/>
              <a:t>10</a:t>
            </a:fld>
            <a:endParaRPr lang="en-US"/>
          </a:p>
        </p:txBody>
      </p:sp>
    </p:spTree>
    <p:extLst>
      <p:ext uri="{BB962C8B-B14F-4D97-AF65-F5344CB8AC3E}">
        <p14:creationId xmlns:p14="http://schemas.microsoft.com/office/powerpoint/2010/main" val="23020085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C58380-463C-4E99-8216-45FC8582749C}"/>
              </a:ext>
            </a:extLst>
          </p:cNvPr>
          <p:cNvSpPr>
            <a:spLocks noGrp="1"/>
          </p:cNvSpPr>
          <p:nvPr>
            <p:ph type="title"/>
          </p:nvPr>
        </p:nvSpPr>
        <p:spPr/>
        <p:txBody>
          <a:bodyPr>
            <a:noAutofit/>
          </a:bodyPr>
          <a:lstStyle/>
          <a:p>
            <a:r>
              <a:rPr lang="en-US" sz="2400" dirty="0"/>
              <a:t>Mitigation Support need to be based on the IMD Band, Highest Education Level, Region, Gender and Status on Previous Attempts for the At-Risk Students</a:t>
            </a:r>
          </a:p>
        </p:txBody>
      </p:sp>
      <p:sp>
        <p:nvSpPr>
          <p:cNvPr id="15" name="Text Placeholder 14">
            <a:extLst>
              <a:ext uri="{FF2B5EF4-FFF2-40B4-BE49-F238E27FC236}">
                <a16:creationId xmlns:a16="http://schemas.microsoft.com/office/drawing/2014/main" id="{A67CDAF0-AEBA-4AC5-8141-4F061DA277BD}"/>
              </a:ext>
            </a:extLst>
          </p:cNvPr>
          <p:cNvSpPr>
            <a:spLocks noGrp="1"/>
          </p:cNvSpPr>
          <p:nvPr>
            <p:ph type="body" sz="quarter" idx="3"/>
          </p:nvPr>
        </p:nvSpPr>
        <p:spPr>
          <a:xfrm>
            <a:off x="3055937" y="1466851"/>
            <a:ext cx="5183188" cy="823912"/>
          </a:xfrm>
        </p:spPr>
        <p:txBody>
          <a:bodyPr/>
          <a:lstStyle/>
          <a:p>
            <a:pPr algn="ctr"/>
            <a:r>
              <a:rPr lang="en-US" dirty="0"/>
              <a:t>Mitigation Strategy</a:t>
            </a:r>
          </a:p>
        </p:txBody>
      </p:sp>
      <p:graphicFrame>
        <p:nvGraphicFramePr>
          <p:cNvPr id="17" name="Content Placeholder 16">
            <a:extLst>
              <a:ext uri="{FF2B5EF4-FFF2-40B4-BE49-F238E27FC236}">
                <a16:creationId xmlns:a16="http://schemas.microsoft.com/office/drawing/2014/main" id="{451D79D1-8486-4353-BC9D-960297CC5353}"/>
              </a:ext>
            </a:extLst>
          </p:cNvPr>
          <p:cNvGraphicFramePr>
            <a:graphicFrameLocks noGrp="1"/>
          </p:cNvGraphicFramePr>
          <p:nvPr>
            <p:ph sz="quarter" idx="4"/>
            <p:extLst>
              <p:ext uri="{D42A27DB-BD31-4B8C-83A1-F6EECF244321}">
                <p14:modId xmlns:p14="http://schemas.microsoft.com/office/powerpoint/2010/main" val="3095705126"/>
              </p:ext>
            </p:extLst>
          </p:nvPr>
        </p:nvGraphicFramePr>
        <p:xfrm>
          <a:off x="3055937" y="2290763"/>
          <a:ext cx="5183188" cy="368458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Slide Number Placeholder 3">
            <a:extLst>
              <a:ext uri="{FF2B5EF4-FFF2-40B4-BE49-F238E27FC236}">
                <a16:creationId xmlns:a16="http://schemas.microsoft.com/office/drawing/2014/main" id="{72B0C3D4-2193-4891-BDE1-46DCA1EE0C8E}"/>
              </a:ext>
            </a:extLst>
          </p:cNvPr>
          <p:cNvSpPr>
            <a:spLocks noGrp="1"/>
          </p:cNvSpPr>
          <p:nvPr>
            <p:ph type="sldNum" sz="quarter" idx="12"/>
          </p:nvPr>
        </p:nvSpPr>
        <p:spPr/>
        <p:txBody>
          <a:bodyPr/>
          <a:lstStyle/>
          <a:p>
            <a:fld id="{662530B2-E2E6-462C-ACF8-2A7BCFFCA905}" type="slidenum">
              <a:rPr lang="en-US" smtClean="0"/>
              <a:t>11</a:t>
            </a:fld>
            <a:endParaRPr lang="en-US"/>
          </a:p>
        </p:txBody>
      </p:sp>
    </p:spTree>
    <p:extLst>
      <p:ext uri="{BB962C8B-B14F-4D97-AF65-F5344CB8AC3E}">
        <p14:creationId xmlns:p14="http://schemas.microsoft.com/office/powerpoint/2010/main" val="13890656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6CF78B16-86F7-4318-822A-5BC15B88E28F}"/>
              </a:ext>
            </a:extLst>
          </p:cNvPr>
          <p:cNvSpPr>
            <a:spLocks noGrp="1"/>
          </p:cNvSpPr>
          <p:nvPr>
            <p:ph type="title"/>
          </p:nvPr>
        </p:nvSpPr>
        <p:spPr/>
        <p:txBody>
          <a:bodyPr>
            <a:noAutofit/>
          </a:bodyPr>
          <a:lstStyle/>
          <a:p>
            <a:r>
              <a:rPr lang="en-US" sz="2400" dirty="0"/>
              <a:t>The Study has Generalizability Limitations and, Limitations in terms of Inferred rather than Direct Mitigation Recommendations and the Multifaceted Student Support Strategy. </a:t>
            </a:r>
          </a:p>
        </p:txBody>
      </p:sp>
      <p:graphicFrame>
        <p:nvGraphicFramePr>
          <p:cNvPr id="10" name="Content Placeholder 9">
            <a:extLst>
              <a:ext uri="{FF2B5EF4-FFF2-40B4-BE49-F238E27FC236}">
                <a16:creationId xmlns:a16="http://schemas.microsoft.com/office/drawing/2014/main" id="{C5A928AE-C916-4DD6-ACDC-71608BAC8273}"/>
              </a:ext>
            </a:extLst>
          </p:cNvPr>
          <p:cNvGraphicFramePr>
            <a:graphicFrameLocks noGrp="1"/>
          </p:cNvGraphicFramePr>
          <p:nvPr>
            <p:ph idx="1"/>
            <p:extLst>
              <p:ext uri="{D42A27DB-BD31-4B8C-83A1-F6EECF244321}">
                <p14:modId xmlns:p14="http://schemas.microsoft.com/office/powerpoint/2010/main" val="67981918"/>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Slide Number Placeholder 6">
            <a:extLst>
              <a:ext uri="{FF2B5EF4-FFF2-40B4-BE49-F238E27FC236}">
                <a16:creationId xmlns:a16="http://schemas.microsoft.com/office/drawing/2014/main" id="{E11D2C94-7F94-4140-8030-47A30F16904E}"/>
              </a:ext>
            </a:extLst>
          </p:cNvPr>
          <p:cNvSpPr>
            <a:spLocks noGrp="1"/>
          </p:cNvSpPr>
          <p:nvPr>
            <p:ph type="sldNum" sz="quarter" idx="12"/>
          </p:nvPr>
        </p:nvSpPr>
        <p:spPr/>
        <p:txBody>
          <a:bodyPr/>
          <a:lstStyle/>
          <a:p>
            <a:fld id="{662530B2-E2E6-462C-ACF8-2A7BCFFCA905}" type="slidenum">
              <a:rPr lang="en-US" smtClean="0"/>
              <a:t>12</a:t>
            </a:fld>
            <a:endParaRPr lang="en-US"/>
          </a:p>
        </p:txBody>
      </p:sp>
    </p:spTree>
    <p:extLst>
      <p:ext uri="{BB962C8B-B14F-4D97-AF65-F5344CB8AC3E}">
        <p14:creationId xmlns:p14="http://schemas.microsoft.com/office/powerpoint/2010/main" val="422196579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2767</TotalTime>
  <Words>1138</Words>
  <Application>Microsoft Office PowerPoint</Application>
  <PresentationFormat>Widescreen</PresentationFormat>
  <Paragraphs>97</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Calibri Light</vt:lpstr>
      <vt:lpstr>Office Theme</vt:lpstr>
      <vt:lpstr>Learning Analytics Spotting an At-Risk Student in Time</vt:lpstr>
      <vt:lpstr>Assessment Date, Credit and Score should form Spotting Strategy while IMD Band, Highest Education Level, Region, Gender and Previous Attempts should form Mitigation Targets</vt:lpstr>
      <vt:lpstr>Pace of Learning and Increased Autonomy Expose Students to Risk of Being Left Behind in Classes</vt:lpstr>
      <vt:lpstr>PowerPoint Presentation</vt:lpstr>
      <vt:lpstr>PowerPoint Presentation</vt:lpstr>
      <vt:lpstr>How to Spot and Save At Risk Students in Time Makes the Difference in Student’s Progression with the Class</vt:lpstr>
      <vt:lpstr>PowerPoint Presentation</vt:lpstr>
      <vt:lpstr>PowerPoint Presentation</vt:lpstr>
      <vt:lpstr>Index of Multiple Deprivation, Highest Education Levels, Region, Gender and Number of Previous Attempts can also Differentiate Withdrawal Patterns.</vt:lpstr>
      <vt:lpstr>The Strategy for Spotting At-Risk Student Should Involve Checking Student Performances for Assessment Date 19, 24, 34, 49, 54 and 69 and Assessments with High Student Credits, and Students Scoring lower than 72 across all Assessments</vt:lpstr>
      <vt:lpstr>Mitigation Support need to be based on the IMD Band, Highest Education Level, Region, Gender and Status on Previous Attempts for the At-Risk Students</vt:lpstr>
      <vt:lpstr>The Study has Generalizability Limitations and, Limitations in terms of Inferred rather than Direct Mitigation Recommendations and the Multifaceted Student Support Strategy.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Learning Analytics Spotting an at-risk student in time</dc:title>
  <dc:creator> </dc:creator>
  <cp:lastModifiedBy>ankith reddy</cp:lastModifiedBy>
  <cp:revision>50</cp:revision>
  <dcterms:created xsi:type="dcterms:W3CDTF">2026-07-04T21:28:17Z</dcterms:created>
  <dcterms:modified xsi:type="dcterms:W3CDTF">2026-08-24T01:35:43Z</dcterms:modified>
</cp:coreProperties>
</file>